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0" r:id="rId6"/>
    <p:sldId id="259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07"/>
    <a:srgbClr val="FF9300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77"/>
    <p:restoredTop sz="92276"/>
  </p:normalViewPr>
  <p:slideViewPr>
    <p:cSldViewPr snapToGrid="0">
      <p:cViewPr varScale="1">
        <p:scale>
          <a:sx n="116" d="100"/>
          <a:sy n="116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C7CEB-6913-7141-84FA-0B6E6AC3C4AC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44D1E-47DC-594D-AEA4-BCEE556F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1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Harvesting, scientific advice, ecosystem degradation are dominant action situations driving collapse.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Harvesting: fishing &amp; recreational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Scientific advice: overestimation of stock</a:t>
            </a:r>
          </a:p>
          <a:p>
            <a:pPr marL="171450" indent="-171450">
              <a:buFontTx/>
              <a:buChar char="-"/>
            </a:pPr>
            <a:r>
              <a:rPr lang="en-US" dirty="0"/>
              <a:t>Ecosystem degradation: eutrophication, oxygen depletion &amp; temperature increase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Predators (might hinder recovery)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F424-CA72-2A9F-D254-4070ACA5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40D25-AA55-1B43-5279-F7D052149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898E1-E8D7-1D45-3FA4-D885376D5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Harvesting, scientific advice, ecosystem degradation are dominant action situations driving collapse.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Harvesting: fishing &amp; recreational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Scientific advice: overestimation of stock</a:t>
            </a:r>
          </a:p>
          <a:p>
            <a:pPr marL="171450" indent="-171450">
              <a:buFontTx/>
              <a:buChar char="-"/>
            </a:pPr>
            <a:r>
              <a:rPr lang="en-US" dirty="0"/>
              <a:t>Ecosystem degradation: eutrophication, oxygen depletion &amp; temperature increase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Predators (might hinder recovery)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3B5CD-5255-E397-5D0E-F1FEA1E8E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8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1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25BE-230C-1DD8-1385-D4CD3B2D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868FD-3CE4-999B-AFCB-C85AA862C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C7714-55AF-BEC0-7CA5-8DF545171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Governance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800DF-5C12-4C37-C0F2-D92981A28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5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Socio-economic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06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11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C2A05-4BB3-734E-B7A6-3E5DB9FA56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26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C2A05-4BB3-734E-B7A6-3E5DB9FA56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73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C2A05-4BB3-734E-B7A6-3E5DB9FA56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8E87-F978-6CE9-432F-87EB80F34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89CA3-D3E8-19B6-E20C-17E52000D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FBC9E-6554-43EB-BFF0-A4448B3B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65D0-412C-BB62-6473-5113E900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C256-7049-91A0-44BD-C8E9CB65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6455-F068-BE9F-9381-6FAD3289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5FBE-4C64-80BF-4647-FA617BD4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5A590-BC72-BCF0-D43B-60356D35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F1DB-D729-8E99-B28E-B4735AB3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D2E2-27E2-2289-4918-1951501B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4096-9A41-CCDA-BF7C-00948F6E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5541D-EE29-21BE-1A21-8B6186115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F807E-7F99-A330-56A3-69C5B0A4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38C4-2BD4-A4EB-CEE0-55CC56D1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268F4-A36C-B78E-77CF-D6BA3E5E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9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BE53-6F0B-54A5-7D2C-3AE67DC4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74E6D-1607-66C5-685A-2EA93D23A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5CC82-23F6-6E8C-0145-AE27E1CFB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57A3-16B0-5341-972F-D2F4F1F3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0299E-5CEA-1C43-B3BF-60BA4EDA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01A10-055F-21EF-93A6-D89F9B89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EECE-4CAA-DF87-D22B-BE0FC1E3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54F6B-199A-D080-CADF-CF29C14D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3081A-DF67-C7FD-F0C2-C941E7053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2B0DF-4646-DDDD-3887-3E85EFB4B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B432F-98F9-F561-60F4-CACEB9570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692E9-5B72-997E-26EF-B534C52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C1E59-6ABB-EFB8-0653-C82ADFCA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56A15-7962-8790-13AD-3FDE036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B184-91B2-F796-2AC8-48ED2F5F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44F24-534B-7794-E2E5-D1BB3DD8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AD284-CA15-97FC-681B-9DC41C2D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20342-F9F0-93B9-17C7-727277B3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7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7C44C-C4C7-CCD1-48A1-85D04723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EDC40-D422-ECE6-8FB1-638E9AF8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4225C-03A7-B427-9E5E-BC0F8662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FDB-D68D-6D63-A086-18085021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BBA8-3734-E451-C1A5-55DE7A32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EF439-783D-D866-4FF7-D678C1E86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7FDF8-5DB8-980B-FD4A-E8AB9FDA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40760-377F-4821-288A-06D1515B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2C7C3-5BAF-E13B-FA48-64BF1019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2F9B-5048-5F79-47C2-415A5C61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76D58-2021-1D2C-B2F0-5C78AA960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4DEBC-2192-FED4-88D9-E0F1B380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1E8F9-F146-51A0-E708-A353D37D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00AFD-1EBA-1A5D-B9D8-0F18FDF7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EFF2F-9738-F7A6-90BE-8D5FE5E8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3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716-F5A9-6F2B-B101-0A315778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1E2BB-8531-6D6D-FA30-E5FB2F64D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40407-D4DA-0A9E-DEFE-0B8943CC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2D518-12CA-370E-0973-2AEA9D4C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3719-A25C-7105-B548-0DCE9569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8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CF347-A2D8-CDDA-AAD9-C394E117E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A8E5E-1CA3-855A-6C86-3B670A9F8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D9D9B-32EF-E649-BC8A-A16B5B75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4D60-9315-5600-BDA4-8E4A6256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8D46A-20D6-2E3C-68AE-AEE10E62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1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C3FE3-9D71-87BA-E4EC-B6AB2AFB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2167-61AA-86BC-712B-63CE7CE7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90ED2-CD5A-24C6-45AB-CA6A749EE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1ED42-8AE7-044B-B9B1-749BF79000CE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AF490-ECE5-0A47-C7CF-626D9B621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8E70-F812-FE48-438F-F66A98498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9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svg"/><Relationship Id="rId7" Type="http://schemas.microsoft.com/office/2007/relationships/hdphoto" Target="../media/hdphoto1.wdp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svg"/><Relationship Id="rId15" Type="http://schemas.microsoft.com/office/2007/relationships/hdphoto" Target="../media/hdphoto2.wdp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svg"/><Relationship Id="rId7" Type="http://schemas.microsoft.com/office/2007/relationships/hdphoto" Target="../media/hdphoto3.wdp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svg"/><Relationship Id="rId15" Type="http://schemas.microsoft.com/office/2007/relationships/hdphoto" Target="../media/hdphoto2.wdp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4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11" Type="http://schemas.openxmlformats.org/officeDocument/2006/relationships/image" Target="../media/image16.svg"/><Relationship Id="rId5" Type="http://schemas.openxmlformats.org/officeDocument/2006/relationships/image" Target="../media/image2.png"/><Relationship Id="rId10" Type="http://schemas.microsoft.com/office/2007/relationships/hdphoto" Target="../media/hdphoto3.wdp"/><Relationship Id="rId4" Type="http://schemas.openxmlformats.org/officeDocument/2006/relationships/image" Target="../media/image15.sv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67B5530-D004-6416-899E-ABAACFEE8806}"/>
              </a:ext>
            </a:extLst>
          </p:cNvPr>
          <p:cNvGrpSpPr/>
          <p:nvPr/>
        </p:nvGrpSpPr>
        <p:grpSpPr>
          <a:xfrm>
            <a:off x="641839" y="294538"/>
            <a:ext cx="10896538" cy="6352446"/>
            <a:chOff x="641839" y="294538"/>
            <a:chExt cx="10896538" cy="6352446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8A6BE657-59D0-1B2B-5905-2F0E23E7772A}"/>
                </a:ext>
              </a:extLst>
            </p:cNvPr>
            <p:cNvSpPr/>
            <p:nvPr/>
          </p:nvSpPr>
          <p:spPr>
            <a:xfrm>
              <a:off x="641839" y="312122"/>
              <a:ext cx="10893670" cy="3604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840B125-A16C-ACFD-5FDF-AF64199FEDC1}"/>
                </a:ext>
              </a:extLst>
            </p:cNvPr>
            <p:cNvSpPr/>
            <p:nvPr/>
          </p:nvSpPr>
          <p:spPr>
            <a:xfrm>
              <a:off x="641839" y="663869"/>
              <a:ext cx="10893670" cy="5983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41D4A39-8933-FA59-5CC4-3E0EB1399AA9}"/>
                </a:ext>
              </a:extLst>
            </p:cNvPr>
            <p:cNvGrpSpPr/>
            <p:nvPr/>
          </p:nvGrpSpPr>
          <p:grpSpPr>
            <a:xfrm>
              <a:off x="653622" y="663870"/>
              <a:ext cx="10884755" cy="5978288"/>
              <a:chOff x="746406" y="114546"/>
              <a:chExt cx="10884755" cy="5978288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5DF79CE-701D-4031-91A5-7FA2421B585E}"/>
                  </a:ext>
                </a:extLst>
              </p:cNvPr>
              <p:cNvSpPr/>
              <p:nvPr/>
            </p:nvSpPr>
            <p:spPr>
              <a:xfrm>
                <a:off x="5177363" y="2396415"/>
                <a:ext cx="2208471" cy="5127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1439B9F-896C-BD49-0B65-9D6D4B1BD6DA}"/>
                  </a:ext>
                </a:extLst>
              </p:cNvPr>
              <p:cNvSpPr/>
              <p:nvPr/>
            </p:nvSpPr>
            <p:spPr>
              <a:xfrm>
                <a:off x="7423299" y="114546"/>
                <a:ext cx="4207862" cy="5978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DCB2630-39A7-BD4B-C889-CD4911CFF6CA}"/>
                  </a:ext>
                </a:extLst>
              </p:cNvPr>
              <p:cNvSpPr/>
              <p:nvPr/>
            </p:nvSpPr>
            <p:spPr>
              <a:xfrm>
                <a:off x="746406" y="114546"/>
                <a:ext cx="6673580" cy="59782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17D43CF-F3D1-E830-73AF-57FADC7982EF}"/>
                  </a:ext>
                </a:extLst>
              </p:cNvPr>
              <p:cNvSpPr/>
              <p:nvPr/>
            </p:nvSpPr>
            <p:spPr>
              <a:xfrm>
                <a:off x="9339628" y="452617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F8F07F2-7F9E-C78D-1EFD-30847E7FDA4D}"/>
                  </a:ext>
                </a:extLst>
              </p:cNvPr>
              <p:cNvSpPr/>
              <p:nvPr/>
            </p:nvSpPr>
            <p:spPr>
              <a:xfrm>
                <a:off x="10102440" y="452617"/>
                <a:ext cx="1440000" cy="1440000"/>
              </a:xfrm>
              <a:prstGeom prst="ellipse">
                <a:avLst/>
              </a:prstGeom>
              <a:solidFill>
                <a:schemeClr val="bg1">
                  <a:lumMod val="65000"/>
                  <a:alpha val="62042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2D6AAC1-16C0-5700-2B97-D6E3F785D1EC}"/>
                  </a:ext>
                </a:extLst>
              </p:cNvPr>
              <p:cNvSpPr/>
              <p:nvPr/>
            </p:nvSpPr>
            <p:spPr>
              <a:xfrm>
                <a:off x="9339628" y="369886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DEF333C-ED07-B08C-6D78-9A5DB850572E}"/>
                  </a:ext>
                </a:extLst>
              </p:cNvPr>
              <p:cNvSpPr/>
              <p:nvPr/>
            </p:nvSpPr>
            <p:spPr>
              <a:xfrm>
                <a:off x="10102440" y="369886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2C999A7-99F5-F659-AD3E-87407C982843}"/>
                  </a:ext>
                </a:extLst>
              </p:cNvPr>
              <p:cNvSpPr/>
              <p:nvPr/>
            </p:nvSpPr>
            <p:spPr>
              <a:xfrm>
                <a:off x="831707" y="458470"/>
                <a:ext cx="1440000" cy="1440000"/>
              </a:xfrm>
              <a:prstGeom prst="ellipse">
                <a:avLst/>
              </a:prstGeom>
              <a:solidFill>
                <a:schemeClr val="accent5">
                  <a:lumMod val="50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4165715B-9690-DF34-CD3C-D5DF2D875444}"/>
                  </a:ext>
                </a:extLst>
              </p:cNvPr>
              <p:cNvSpPr/>
              <p:nvPr/>
            </p:nvSpPr>
            <p:spPr>
              <a:xfrm>
                <a:off x="1594519" y="458470"/>
                <a:ext cx="1440000" cy="1440000"/>
              </a:xfrm>
              <a:prstGeom prst="ellipse">
                <a:avLst/>
              </a:prstGeom>
              <a:solidFill>
                <a:schemeClr val="accent5">
                  <a:lumMod val="50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91E11CF-22E1-DAF8-B1B6-AFEEE3D5271F}"/>
                  </a:ext>
                </a:extLst>
              </p:cNvPr>
              <p:cNvSpPr/>
              <p:nvPr/>
            </p:nvSpPr>
            <p:spPr>
              <a:xfrm>
                <a:off x="832690" y="3710335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4475033-0547-AF29-D6D1-5810F2C4C3B5}"/>
                  </a:ext>
                </a:extLst>
              </p:cNvPr>
              <p:cNvSpPr/>
              <p:nvPr/>
            </p:nvSpPr>
            <p:spPr>
              <a:xfrm>
                <a:off x="1595502" y="3710335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7185A73-3592-6621-22DB-E61AA70AE5F7}"/>
                  </a:ext>
                </a:extLst>
              </p:cNvPr>
              <p:cNvSpPr/>
              <p:nvPr/>
            </p:nvSpPr>
            <p:spPr>
              <a:xfrm>
                <a:off x="5226350" y="3713199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62037EE-F4EA-D7D1-1283-634166DF4321}"/>
                  </a:ext>
                </a:extLst>
              </p:cNvPr>
              <p:cNvSpPr/>
              <p:nvPr/>
            </p:nvSpPr>
            <p:spPr>
              <a:xfrm>
                <a:off x="5989162" y="371319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2632D7E-F5CF-FE5E-50BE-A8FA6D447586}"/>
                  </a:ext>
                </a:extLst>
              </p:cNvPr>
              <p:cNvSpPr/>
              <p:nvPr/>
            </p:nvSpPr>
            <p:spPr>
              <a:xfrm>
                <a:off x="5426008" y="3877797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CA2D8EA-1F4C-759C-B13E-AF86F6C8C61A}"/>
                  </a:ext>
                </a:extLst>
              </p:cNvPr>
              <p:cNvSpPr/>
              <p:nvPr/>
            </p:nvSpPr>
            <p:spPr>
              <a:xfrm>
                <a:off x="6188820" y="3877797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FFD7AD3-4EDA-AC0F-DAE0-12A6C5DE7BA3}"/>
                  </a:ext>
                </a:extLst>
              </p:cNvPr>
              <p:cNvSpPr/>
              <p:nvPr/>
            </p:nvSpPr>
            <p:spPr>
              <a:xfrm>
                <a:off x="6150738" y="4047296"/>
                <a:ext cx="395532" cy="7382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Grafik 8">
                <a:extLst>
                  <a:ext uri="{FF2B5EF4-FFF2-40B4-BE49-F238E27FC236}">
                    <a16:creationId xmlns:a16="http://schemas.microsoft.com/office/drawing/2014/main" id="{1741C5DF-62F0-0847-1ED5-2B100569D3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b="23894"/>
              <a:stretch/>
            </p:blipFill>
            <p:spPr>
              <a:xfrm>
                <a:off x="5531014" y="4033157"/>
                <a:ext cx="780338" cy="593878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17F5D70-3E06-B5FA-3514-79C2DC149C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029" t="14568" r="6279" b="4483"/>
              <a:stretch>
                <a:fillRect/>
              </a:stretch>
            </p:blipFill>
            <p:spPr>
              <a:xfrm>
                <a:off x="6389842" y="4179509"/>
                <a:ext cx="796452" cy="327675"/>
              </a:xfrm>
              <a:prstGeom prst="rect">
                <a:avLst/>
              </a:prstGeom>
            </p:spPr>
          </p:pic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BD553B0-44ED-5425-85D4-5BCF0F274406}"/>
                  </a:ext>
                </a:extLst>
              </p:cNvPr>
              <p:cNvSpPr/>
              <p:nvPr/>
            </p:nvSpPr>
            <p:spPr>
              <a:xfrm>
                <a:off x="9537588" y="3875448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913C600-635B-1BFA-9289-2C8FD500F729}"/>
                  </a:ext>
                </a:extLst>
              </p:cNvPr>
              <p:cNvSpPr/>
              <p:nvPr/>
            </p:nvSpPr>
            <p:spPr>
              <a:xfrm>
                <a:off x="10300400" y="3875448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C530D0-3F37-81E8-B00F-581511905E31}"/>
                  </a:ext>
                </a:extLst>
              </p:cNvPr>
              <p:cNvSpPr/>
              <p:nvPr/>
            </p:nvSpPr>
            <p:spPr>
              <a:xfrm>
                <a:off x="10262318" y="4034437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608FD4-1FEE-D691-F94C-0FA0F6CE8FE9}"/>
                  </a:ext>
                </a:extLst>
              </p:cNvPr>
              <p:cNvSpPr txBox="1"/>
              <p:nvPr/>
            </p:nvSpPr>
            <p:spPr>
              <a:xfrm>
                <a:off x="9696327" y="5142490"/>
                <a:ext cx="1627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E-AS predation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7989C99-03C4-A7EB-9C9E-64D94001F79E}"/>
                  </a:ext>
                </a:extLst>
              </p:cNvPr>
              <p:cNvSpPr/>
              <p:nvPr/>
            </p:nvSpPr>
            <p:spPr>
              <a:xfrm>
                <a:off x="9537588" y="606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891AC19-0B50-DCCB-3E48-B335882E9DA4}"/>
                  </a:ext>
                </a:extLst>
              </p:cNvPr>
              <p:cNvSpPr/>
              <p:nvPr/>
            </p:nvSpPr>
            <p:spPr>
              <a:xfrm>
                <a:off x="10300400" y="606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FAF1C0-D5FF-58DB-5F11-1B93DEAA48F7}"/>
                  </a:ext>
                </a:extLst>
              </p:cNvPr>
              <p:cNvSpPr/>
              <p:nvPr/>
            </p:nvSpPr>
            <p:spPr>
              <a:xfrm>
                <a:off x="10262318" y="775714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28D47D-0F7A-8A35-C39B-08B230319144}"/>
                  </a:ext>
                </a:extLst>
              </p:cNvPr>
              <p:cNvSpPr txBox="1"/>
              <p:nvPr/>
            </p:nvSpPr>
            <p:spPr>
              <a:xfrm>
                <a:off x="9696327" y="127479"/>
                <a:ext cx="1511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PE-AS abiotic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825029-56D5-E746-4DDD-2A616E706829}"/>
                  </a:ext>
                </a:extLst>
              </p:cNvPr>
              <p:cNvSpPr/>
              <p:nvPr/>
            </p:nvSpPr>
            <p:spPr>
              <a:xfrm>
                <a:off x="1001830" y="621309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0116948-CA24-CF07-8E90-BE140BB8D17E}"/>
                  </a:ext>
                </a:extLst>
              </p:cNvPr>
              <p:cNvSpPr/>
              <p:nvPr/>
            </p:nvSpPr>
            <p:spPr>
              <a:xfrm>
                <a:off x="1764642" y="621309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ED80A9B-3ECD-0E99-BD49-3AFA2545B044}"/>
                  </a:ext>
                </a:extLst>
              </p:cNvPr>
              <p:cNvSpPr/>
              <p:nvPr/>
            </p:nvSpPr>
            <p:spPr>
              <a:xfrm>
                <a:off x="1726560" y="790808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52558B-05E9-679B-3B3A-1B6929BD9A1D}"/>
                  </a:ext>
                </a:extLst>
              </p:cNvPr>
              <p:cNvSpPr txBox="1"/>
              <p:nvPr/>
            </p:nvSpPr>
            <p:spPr>
              <a:xfrm>
                <a:off x="805445" y="124553"/>
                <a:ext cx="2249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S-AS scientific advice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EBECFB1-0716-CDDD-5A12-B5A66A036ECD}"/>
                  </a:ext>
                </a:extLst>
              </p:cNvPr>
              <p:cNvSpPr/>
              <p:nvPr/>
            </p:nvSpPr>
            <p:spPr>
              <a:xfrm>
                <a:off x="1022898" y="3865474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C64B9CB-2BC0-2236-84B6-4881A21844D4}"/>
                  </a:ext>
                </a:extLst>
              </p:cNvPr>
              <p:cNvSpPr/>
              <p:nvPr/>
            </p:nvSpPr>
            <p:spPr>
              <a:xfrm>
                <a:off x="1785710" y="3865474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3324BB-0319-81DC-A61F-4C9B876CB1BB}"/>
                  </a:ext>
                </a:extLst>
              </p:cNvPr>
              <p:cNvSpPr/>
              <p:nvPr/>
            </p:nvSpPr>
            <p:spPr>
              <a:xfrm>
                <a:off x="1747628" y="4034973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5DE66D-7BF9-3D38-03EE-064741B8F95A}"/>
                  </a:ext>
                </a:extLst>
              </p:cNvPr>
              <p:cNvSpPr txBox="1"/>
              <p:nvPr/>
            </p:nvSpPr>
            <p:spPr>
              <a:xfrm>
                <a:off x="749217" y="5147497"/>
                <a:ext cx="2255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S-AS mismanagement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462494F-7B2D-893B-97B5-7B44B926FA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10" t="9410" r="4098" b="10677"/>
              <a:stretch>
                <a:fillRect/>
              </a:stretch>
            </p:blipFill>
            <p:spPr>
              <a:xfrm>
                <a:off x="9655682" y="901916"/>
                <a:ext cx="796452" cy="323482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FC56A64-533C-2501-F4F3-75DA9270F1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10" t="9410" r="4098" b="10677"/>
              <a:stretch>
                <a:fillRect/>
              </a:stretch>
            </p:blipFill>
            <p:spPr>
              <a:xfrm>
                <a:off x="9660454" y="4171589"/>
                <a:ext cx="796452" cy="323482"/>
              </a:xfrm>
              <a:prstGeom prst="rect">
                <a:avLst/>
              </a:prstGeom>
            </p:spPr>
          </p:pic>
          <p:pic>
            <p:nvPicPr>
              <p:cNvPr id="29" name="Grafik 38" descr="Versiegeln">
                <a:extLst>
                  <a:ext uri="{FF2B5EF4-FFF2-40B4-BE49-F238E27FC236}">
                    <a16:creationId xmlns:a16="http://schemas.microsoft.com/office/drawing/2014/main" id="{9AA04181-0B0F-F626-3705-5650E0A70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95932" y="4283762"/>
                <a:ext cx="619482" cy="619482"/>
              </a:xfrm>
              <a:prstGeom prst="rect">
                <a:avLst/>
              </a:prstGeom>
            </p:spPr>
          </p:pic>
          <p:pic>
            <p:nvPicPr>
              <p:cNvPr id="30" name="Bild 4">
                <a:extLst>
                  <a:ext uri="{FF2B5EF4-FFF2-40B4-BE49-F238E27FC236}">
                    <a16:creationId xmlns:a16="http://schemas.microsoft.com/office/drawing/2014/main" id="{C8F47AA4-FD3A-CD22-3693-C2C590186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GlowEdge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24326" y="3979180"/>
                <a:ext cx="609164" cy="609164"/>
              </a:xfrm>
              <a:prstGeom prst="rect">
                <a:avLst/>
              </a:prstGeom>
            </p:spPr>
          </p:pic>
          <p:pic>
            <p:nvPicPr>
              <p:cNvPr id="31" name="Picture 30" descr="Text, icon&#10;&#10;Description automatically generated">
                <a:extLst>
                  <a:ext uri="{FF2B5EF4-FFF2-40B4-BE49-F238E27FC236}">
                    <a16:creationId xmlns:a16="http://schemas.microsoft.com/office/drawing/2014/main" id="{D09499C0-E49E-FB40-9BF1-C7A3773253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40292" t="14488" r="23052" b="11745"/>
              <a:stretch/>
            </p:blipFill>
            <p:spPr>
              <a:xfrm>
                <a:off x="10562277" y="856897"/>
                <a:ext cx="301626" cy="588593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BEAF58-072A-E6DB-7E8E-CC0522BF618D}"/>
                  </a:ext>
                </a:extLst>
              </p:cNvPr>
              <p:cNvSpPr txBox="1"/>
              <p:nvPr/>
            </p:nvSpPr>
            <p:spPr>
              <a:xfrm>
                <a:off x="10897576" y="935405"/>
                <a:ext cx="4828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8" name="Graphic 37" descr="Downward trend graph outline">
                <a:extLst>
                  <a:ext uri="{FF2B5EF4-FFF2-40B4-BE49-F238E27FC236}">
                    <a16:creationId xmlns:a16="http://schemas.microsoft.com/office/drawing/2014/main" id="{975C192C-F5F5-A000-538E-F1AE05066F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6480862" y="4433199"/>
                <a:ext cx="585850" cy="353934"/>
              </a:xfrm>
              <a:prstGeom prst="rect">
                <a:avLst/>
              </a:prstGeom>
            </p:spPr>
          </p:pic>
          <p:pic>
            <p:nvPicPr>
              <p:cNvPr id="40" name="Graphic 39" descr="Document with solid fill">
                <a:extLst>
                  <a:ext uri="{FF2B5EF4-FFF2-40B4-BE49-F238E27FC236}">
                    <a16:creationId xmlns:a16="http://schemas.microsoft.com/office/drawing/2014/main" id="{44262899-E29B-DFE7-C4B8-D827710EB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000778" y="80676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46" name="Graphic 45" descr="Gavel with solid fill">
                <a:extLst>
                  <a:ext uri="{FF2B5EF4-FFF2-40B4-BE49-F238E27FC236}">
                    <a16:creationId xmlns:a16="http://schemas.microsoft.com/office/drawing/2014/main" id="{2D70EC46-62E8-9106-8876-D4644A324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65710" y="404160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4" name="Graphic 53" descr="Questions with solid fill">
                <a:extLst>
                  <a:ext uri="{FF2B5EF4-FFF2-40B4-BE49-F238E27FC236}">
                    <a16:creationId xmlns:a16="http://schemas.microsoft.com/office/drawing/2014/main" id="{650F982E-7A21-C76E-FD8E-593530FBB6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05698" y="3990110"/>
                <a:ext cx="828000" cy="828000"/>
              </a:xfrm>
              <a:prstGeom prst="rect">
                <a:avLst/>
              </a:prstGeom>
            </p:spPr>
          </p:pic>
          <p:pic>
            <p:nvPicPr>
              <p:cNvPr id="58" name="Graphic 57" descr="Meeting with solid fill">
                <a:extLst>
                  <a:ext uri="{FF2B5EF4-FFF2-40B4-BE49-F238E27FC236}">
                    <a16:creationId xmlns:a16="http://schemas.microsoft.com/office/drawing/2014/main" id="{DD8547DE-29F5-C12F-E5F8-9B5AFD218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66700" y="748934"/>
                <a:ext cx="864000" cy="864000"/>
              </a:xfrm>
              <a:prstGeom prst="rect">
                <a:avLst/>
              </a:prstGeom>
            </p:spPr>
          </p:pic>
          <p:pic>
            <p:nvPicPr>
              <p:cNvPr id="73" name="Graphic 72" descr="Downward trend graph outline">
                <a:extLst>
                  <a:ext uri="{FF2B5EF4-FFF2-40B4-BE49-F238E27FC236}">
                    <a16:creationId xmlns:a16="http://schemas.microsoft.com/office/drawing/2014/main" id="{7577BDEE-AE4B-74FD-0C77-14E635984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9686967" y="4425703"/>
                <a:ext cx="585850" cy="353934"/>
              </a:xfrm>
              <a:prstGeom prst="rect">
                <a:avLst/>
              </a:prstGeom>
            </p:spPr>
          </p:pic>
          <p:pic>
            <p:nvPicPr>
              <p:cNvPr id="74" name="Graphic 73" descr="Downward trend graph outline">
                <a:extLst>
                  <a:ext uri="{FF2B5EF4-FFF2-40B4-BE49-F238E27FC236}">
                    <a16:creationId xmlns:a16="http://schemas.microsoft.com/office/drawing/2014/main" id="{E1D00BB5-FE14-7BEC-77B8-B13D87AF2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9701772" y="1151943"/>
                <a:ext cx="585850" cy="353934"/>
              </a:xfrm>
              <a:prstGeom prst="rect">
                <a:avLst/>
              </a:prstGeom>
            </p:spPr>
          </p:pic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82E8D30-F653-B6C9-EC92-848C74B08F80}"/>
                  </a:ext>
                </a:extLst>
              </p:cNvPr>
              <p:cNvCxnSpPr>
                <a:stCxn id="21" idx="0"/>
                <a:endCxn id="21" idx="2"/>
              </p:cNvCxnSpPr>
              <p:nvPr/>
            </p:nvCxnSpPr>
            <p:spPr>
              <a:xfrm>
                <a:off x="1924326" y="790808"/>
                <a:ext cx="0" cy="7452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B8E982E-A41F-E0C4-535E-4FAF78DEF4A7}"/>
                  </a:ext>
                </a:extLst>
              </p:cNvPr>
              <p:cNvCxnSpPr>
                <a:cxnSpLocks/>
                <a:stCxn id="24" idx="1"/>
                <a:endCxn id="25" idx="2"/>
              </p:cNvCxnSpPr>
              <p:nvPr/>
            </p:nvCxnSpPr>
            <p:spPr>
              <a:xfrm>
                <a:off x="1943872" y="4023636"/>
                <a:ext cx="1522" cy="75653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7287E26-E57F-3132-441B-CC3804F09241}"/>
                  </a:ext>
                </a:extLst>
              </p:cNvPr>
              <p:cNvCxnSpPr>
                <a:cxnSpLocks/>
                <a:stCxn id="9" idx="0"/>
                <a:endCxn id="5" idx="3"/>
              </p:cNvCxnSpPr>
              <p:nvPr/>
            </p:nvCxnSpPr>
            <p:spPr>
              <a:xfrm flipH="1">
                <a:off x="6346982" y="4047296"/>
                <a:ext cx="1522" cy="75233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A7E2DD6-44D0-6BCD-A38F-F4AA3F451878}"/>
                  </a:ext>
                </a:extLst>
              </p:cNvPr>
              <p:cNvCxnSpPr>
                <a:cxnSpLocks/>
                <a:stCxn id="17" idx="0"/>
                <a:endCxn id="17" idx="2"/>
              </p:cNvCxnSpPr>
              <p:nvPr/>
            </p:nvCxnSpPr>
            <p:spPr>
              <a:xfrm>
                <a:off x="10460084" y="775714"/>
                <a:ext cx="0" cy="7452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547AF8C-8A4A-CBAE-0D6B-00C481556422}"/>
                  </a:ext>
                </a:extLst>
              </p:cNvPr>
              <p:cNvCxnSpPr>
                <a:cxnSpLocks/>
                <a:stCxn id="13" idx="0"/>
                <a:endCxn id="12" idx="3"/>
              </p:cNvCxnSpPr>
              <p:nvPr/>
            </p:nvCxnSpPr>
            <p:spPr>
              <a:xfrm flipH="1">
                <a:off x="10458562" y="4034437"/>
                <a:ext cx="1522" cy="76284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urved Connector 92">
                <a:extLst>
                  <a:ext uri="{FF2B5EF4-FFF2-40B4-BE49-F238E27FC236}">
                    <a16:creationId xmlns:a16="http://schemas.microsoft.com/office/drawing/2014/main" id="{EAEAF575-C1A7-E90E-D25A-7EAEBCBC4B64}"/>
                  </a:ext>
                </a:extLst>
              </p:cNvPr>
              <p:cNvCxnSpPr>
                <a:cxnSpLocks/>
                <a:stCxn id="20" idx="3"/>
                <a:endCxn id="25" idx="0"/>
              </p:cNvCxnSpPr>
              <p:nvPr/>
            </p:nvCxnSpPr>
            <p:spPr>
              <a:xfrm rot="16200000" flipH="1">
                <a:off x="688186" y="2777765"/>
                <a:ext cx="2491826" cy="22590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BC50D6D-457C-FF01-47EC-07B7842D1266}"/>
                  </a:ext>
                </a:extLst>
              </p:cNvPr>
              <p:cNvSpPr/>
              <p:nvPr/>
            </p:nvSpPr>
            <p:spPr>
              <a:xfrm>
                <a:off x="5226350" y="452617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DCC79D22-744B-5D11-E1F4-8B96D4CEA080}"/>
                  </a:ext>
                </a:extLst>
              </p:cNvPr>
              <p:cNvSpPr/>
              <p:nvPr/>
            </p:nvSpPr>
            <p:spPr>
              <a:xfrm>
                <a:off x="5989162" y="452617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49D8536-F427-3DE9-40DF-FCFFA7053363}"/>
                  </a:ext>
                </a:extLst>
              </p:cNvPr>
              <p:cNvSpPr/>
              <p:nvPr/>
            </p:nvSpPr>
            <p:spPr>
              <a:xfrm>
                <a:off x="5426008" y="617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9731F54-766D-4DEA-8918-178D570C824E}"/>
                  </a:ext>
                </a:extLst>
              </p:cNvPr>
              <p:cNvSpPr/>
              <p:nvPr/>
            </p:nvSpPr>
            <p:spPr>
              <a:xfrm>
                <a:off x="6188820" y="617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371821A-FD37-D956-2DF4-925802257941}"/>
                  </a:ext>
                </a:extLst>
              </p:cNvPr>
              <p:cNvSpPr txBox="1"/>
              <p:nvPr/>
            </p:nvSpPr>
            <p:spPr>
              <a:xfrm>
                <a:off x="5320001" y="127396"/>
                <a:ext cx="19736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SE-AS recreational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9B96A10-4EA0-7143-AFD9-55C07785AC2D}"/>
                  </a:ext>
                </a:extLst>
              </p:cNvPr>
              <p:cNvSpPr/>
              <p:nvPr/>
            </p:nvSpPr>
            <p:spPr>
              <a:xfrm>
                <a:off x="6150738" y="786714"/>
                <a:ext cx="395532" cy="7382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FF0F0399-0827-CDF1-18B4-54DEF0F75A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029" t="14568" r="6279" b="4483"/>
              <a:stretch>
                <a:fillRect/>
              </a:stretch>
            </p:blipFill>
            <p:spPr>
              <a:xfrm>
                <a:off x="6389842" y="918927"/>
                <a:ext cx="796452" cy="327675"/>
              </a:xfrm>
              <a:prstGeom prst="rect">
                <a:avLst/>
              </a:prstGeom>
            </p:spPr>
          </p:pic>
          <p:pic>
            <p:nvPicPr>
              <p:cNvPr id="106" name="Graphic 105" descr="Downward trend graph outline">
                <a:extLst>
                  <a:ext uri="{FF2B5EF4-FFF2-40B4-BE49-F238E27FC236}">
                    <a16:creationId xmlns:a16="http://schemas.microsoft.com/office/drawing/2014/main" id="{1BA34523-5905-9EB0-E8A0-DB1DA1727B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6480862" y="1172617"/>
                <a:ext cx="585850" cy="353934"/>
              </a:xfrm>
              <a:prstGeom prst="rect">
                <a:avLst/>
              </a:prstGeom>
            </p:spPr>
          </p:pic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DEC335D-AE5C-A04D-9CEB-294E59FFEC69}"/>
                  </a:ext>
                </a:extLst>
              </p:cNvPr>
              <p:cNvCxnSpPr>
                <a:cxnSpLocks/>
                <a:stCxn id="103" idx="0"/>
                <a:endCxn id="101" idx="3"/>
              </p:cNvCxnSpPr>
              <p:nvPr/>
            </p:nvCxnSpPr>
            <p:spPr>
              <a:xfrm flipH="1">
                <a:off x="6346982" y="786714"/>
                <a:ext cx="1522" cy="75233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8" name="Bild 4">
                <a:extLst>
                  <a:ext uri="{FF2B5EF4-FFF2-40B4-BE49-F238E27FC236}">
                    <a16:creationId xmlns:a16="http://schemas.microsoft.com/office/drawing/2014/main" id="{A91BE73C-10C8-7100-52DA-FB599D79C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Cutout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8496" y="849027"/>
                <a:ext cx="668657" cy="576000"/>
              </a:xfrm>
              <a:prstGeom prst="rect">
                <a:avLst/>
              </a:prstGeom>
            </p:spPr>
          </p:pic>
          <p:cxnSp>
            <p:nvCxnSpPr>
              <p:cNvPr id="111" name="Curved Connector 110">
                <a:extLst>
                  <a:ext uri="{FF2B5EF4-FFF2-40B4-BE49-F238E27FC236}">
                    <a16:creationId xmlns:a16="http://schemas.microsoft.com/office/drawing/2014/main" id="{351A5F34-5F46-16FE-D016-F91F32C1E1F2}"/>
                  </a:ext>
                </a:extLst>
              </p:cNvPr>
              <p:cNvCxnSpPr>
                <a:cxnSpLocks/>
                <a:stCxn id="24" idx="6"/>
                <a:endCxn id="4" idx="2"/>
              </p:cNvCxnSpPr>
              <p:nvPr/>
            </p:nvCxnSpPr>
            <p:spPr>
              <a:xfrm>
                <a:off x="2865710" y="4405474"/>
                <a:ext cx="2560298" cy="12323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Curved Connector 114">
                <a:extLst>
                  <a:ext uri="{FF2B5EF4-FFF2-40B4-BE49-F238E27FC236}">
                    <a16:creationId xmlns:a16="http://schemas.microsoft.com/office/drawing/2014/main" id="{4C691005-65B7-B061-69DC-A0C8472A1857}"/>
                  </a:ext>
                </a:extLst>
              </p:cNvPr>
              <p:cNvCxnSpPr>
                <a:cxnSpLocks/>
                <a:stCxn id="24" idx="6"/>
                <a:endCxn id="100" idx="2"/>
              </p:cNvCxnSpPr>
              <p:nvPr/>
            </p:nvCxnSpPr>
            <p:spPr>
              <a:xfrm flipV="1">
                <a:off x="2865710" y="1157215"/>
                <a:ext cx="2560298" cy="3248259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urved Connector 121">
                <a:extLst>
                  <a:ext uri="{FF2B5EF4-FFF2-40B4-BE49-F238E27FC236}">
                    <a16:creationId xmlns:a16="http://schemas.microsoft.com/office/drawing/2014/main" id="{B29B7D84-5473-BB21-FECF-89B7183A5401}"/>
                  </a:ext>
                </a:extLst>
              </p:cNvPr>
              <p:cNvCxnSpPr>
                <a:cxnSpLocks/>
                <a:stCxn id="11" idx="2"/>
                <a:endCxn id="5" idx="6"/>
              </p:cNvCxnSpPr>
              <p:nvPr/>
            </p:nvCxnSpPr>
            <p:spPr>
              <a:xfrm rot="10800000" flipV="1">
                <a:off x="7268820" y="4415447"/>
                <a:ext cx="2268768" cy="2349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Curved Connector 126">
                <a:extLst>
                  <a:ext uri="{FF2B5EF4-FFF2-40B4-BE49-F238E27FC236}">
                    <a16:creationId xmlns:a16="http://schemas.microsoft.com/office/drawing/2014/main" id="{0D8A28EA-2CB5-6965-1DC4-788938994A05}"/>
                  </a:ext>
                </a:extLst>
              </p:cNvPr>
              <p:cNvCxnSpPr>
                <a:cxnSpLocks/>
                <a:stCxn id="15" idx="2"/>
                <a:endCxn id="5" idx="6"/>
              </p:cNvCxnSpPr>
              <p:nvPr/>
            </p:nvCxnSpPr>
            <p:spPr>
              <a:xfrm rot="10800000" flipV="1">
                <a:off x="7268820" y="1146215"/>
                <a:ext cx="2268768" cy="327158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Curved Connector 131">
                <a:extLst>
                  <a:ext uri="{FF2B5EF4-FFF2-40B4-BE49-F238E27FC236}">
                    <a16:creationId xmlns:a16="http://schemas.microsoft.com/office/drawing/2014/main" id="{3335ABC7-904C-FB19-E902-E746D7753208}"/>
                  </a:ext>
                </a:extLst>
              </p:cNvPr>
              <p:cNvCxnSpPr>
                <a:cxnSpLocks/>
                <a:stCxn id="101" idx="3"/>
                <a:endCxn id="9" idx="0"/>
              </p:cNvCxnSpPr>
              <p:nvPr/>
            </p:nvCxnSpPr>
            <p:spPr>
              <a:xfrm rot="16200000" flipH="1">
                <a:off x="5093622" y="2792413"/>
                <a:ext cx="2508243" cy="152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9B6D08-9157-7061-BD98-8C046FB6A362}"/>
                  </a:ext>
                </a:extLst>
              </p:cNvPr>
              <p:cNvSpPr txBox="1"/>
              <p:nvPr/>
            </p:nvSpPr>
            <p:spPr>
              <a:xfrm>
                <a:off x="5416966" y="5149180"/>
                <a:ext cx="1845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SE-AS harvesting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8BC0697-7B99-BE12-8D3D-1089A81FE9C3}"/>
                  </a:ext>
                </a:extLst>
              </p:cNvPr>
              <p:cNvSpPr/>
              <p:nvPr/>
            </p:nvSpPr>
            <p:spPr>
              <a:xfrm>
                <a:off x="5192971" y="2497350"/>
                <a:ext cx="2206800" cy="51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10235BA-2B89-C564-9FF7-08031B46C278}"/>
                  </a:ext>
                </a:extLst>
              </p:cNvPr>
              <p:cNvSpPr txBox="1"/>
              <p:nvPr/>
            </p:nvSpPr>
            <p:spPr>
              <a:xfrm>
                <a:off x="5180825" y="2495277"/>
                <a:ext cx="2217600" cy="518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Recreational catches higher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 commercial catches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4A7893D2-FFE1-1175-CBA6-29794D50536B}"/>
                  </a:ext>
                </a:extLst>
              </p:cNvPr>
              <p:cNvSpPr/>
              <p:nvPr/>
            </p:nvSpPr>
            <p:spPr>
              <a:xfrm>
                <a:off x="3304524" y="2003403"/>
                <a:ext cx="1900800" cy="3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8B926B3-4454-9FD9-4AD2-264A222EE90F}"/>
                  </a:ext>
                </a:extLst>
              </p:cNvPr>
              <p:cNvSpPr txBox="1"/>
              <p:nvPr/>
            </p:nvSpPr>
            <p:spPr>
              <a:xfrm>
                <a:off x="3303688" y="2006015"/>
                <a:ext cx="1902584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Baglimits were too high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DC9C35D-BEA1-B5CF-2212-5F5D9772ADAB}"/>
                  </a:ext>
                </a:extLst>
              </p:cNvPr>
              <p:cNvSpPr/>
              <p:nvPr/>
            </p:nvSpPr>
            <p:spPr>
              <a:xfrm>
                <a:off x="853766" y="2513896"/>
                <a:ext cx="2120400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7EF9619-AB44-66CA-C295-DE07CB0E9A96}"/>
                  </a:ext>
                </a:extLst>
              </p:cNvPr>
              <p:cNvSpPr txBox="1"/>
              <p:nvPr/>
            </p:nvSpPr>
            <p:spPr>
              <a:xfrm>
                <a:off x="856143" y="2512676"/>
                <a:ext cx="2121093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ICES advice overestimates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stock abundance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08595B3-1FB1-B47B-082A-981ADE49CE85}"/>
                  </a:ext>
                </a:extLst>
              </p:cNvPr>
              <p:cNvSpPr/>
              <p:nvPr/>
            </p:nvSpPr>
            <p:spPr>
              <a:xfrm>
                <a:off x="3633837" y="4172199"/>
                <a:ext cx="961200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73F0EA9-85A9-1B66-0E31-386AE6004488}"/>
                  </a:ext>
                </a:extLst>
              </p:cNvPr>
              <p:cNvSpPr txBox="1"/>
              <p:nvPr/>
            </p:nvSpPr>
            <p:spPr>
              <a:xfrm>
                <a:off x="3635057" y="4171589"/>
                <a:ext cx="959750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TACs were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 high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7C0E10B-9C2A-8641-6B46-D4A2EC48ABE8}"/>
                  </a:ext>
                </a:extLst>
              </p:cNvPr>
              <p:cNvSpPr/>
              <p:nvPr/>
            </p:nvSpPr>
            <p:spPr>
              <a:xfrm>
                <a:off x="7796590" y="1946874"/>
                <a:ext cx="1850400" cy="73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9FF07EF-6D09-E998-7AB7-727BA7212F71}"/>
                  </a:ext>
                </a:extLst>
              </p:cNvPr>
              <p:cNvSpPr txBox="1"/>
              <p:nvPr/>
            </p:nvSpPr>
            <p:spPr>
              <a:xfrm>
                <a:off x="7793387" y="1946960"/>
                <a:ext cx="1856597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increase,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oxygen depletion, and 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eutrophication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4AC2AEBD-D2A3-1EAD-F331-6CC7C8A36598}"/>
                  </a:ext>
                </a:extLst>
              </p:cNvPr>
              <p:cNvSpPr/>
              <p:nvPr/>
            </p:nvSpPr>
            <p:spPr>
              <a:xfrm>
                <a:off x="7936195" y="4237605"/>
                <a:ext cx="896400" cy="3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BA63D58-7190-C691-11FC-9BCDDBD8F2AA}"/>
                  </a:ext>
                </a:extLst>
              </p:cNvPr>
              <p:cNvSpPr txBox="1"/>
              <p:nvPr/>
            </p:nvSpPr>
            <p:spPr>
              <a:xfrm>
                <a:off x="7937747" y="4237326"/>
                <a:ext cx="896143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Predation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07CE2AB2-4B18-9325-2411-E41871863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406" y="5697415"/>
                <a:ext cx="10884755" cy="0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E90B486-A784-43A6-36D8-D1E310D47F43}"/>
                  </a:ext>
                </a:extLst>
              </p:cNvPr>
              <p:cNvSpPr txBox="1"/>
              <p:nvPr/>
            </p:nvSpPr>
            <p:spPr>
              <a:xfrm>
                <a:off x="3160507" y="5723502"/>
                <a:ext cx="1095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Depletion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ED0D78-423F-3424-A6E8-072FE96A0C1A}"/>
                  </a:ext>
                </a:extLst>
              </p:cNvPr>
              <p:cNvSpPr txBox="1"/>
              <p:nvPr/>
            </p:nvSpPr>
            <p:spPr>
              <a:xfrm>
                <a:off x="9107557" y="5717613"/>
                <a:ext cx="14670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Non-recovery</a:t>
                </a: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107C772-4822-F1DC-F4B4-F2CB264F1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0124" y="5689959"/>
                <a:ext cx="0" cy="40287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B85A76B-2D35-1B7A-89BB-1B723F130D63}"/>
                </a:ext>
              </a:extLst>
            </p:cNvPr>
            <p:cNvSpPr txBox="1"/>
            <p:nvPr/>
          </p:nvSpPr>
          <p:spPr>
            <a:xfrm>
              <a:off x="4720880" y="294538"/>
              <a:ext cx="2884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Western Baltic cod collapse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961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162E-05E7-AC15-C651-B82954A7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val 70">
            <a:extLst>
              <a:ext uri="{FF2B5EF4-FFF2-40B4-BE49-F238E27FC236}">
                <a16:creationId xmlns:a16="http://schemas.microsoft.com/office/drawing/2014/main" id="{5C7B3119-59F3-3265-82A9-44C2D0B5A7EA}"/>
              </a:ext>
            </a:extLst>
          </p:cNvPr>
          <p:cNvSpPr/>
          <p:nvPr/>
        </p:nvSpPr>
        <p:spPr>
          <a:xfrm>
            <a:off x="9340104" y="360886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B45C103-AB54-F14A-8A40-806A06E7093C}"/>
              </a:ext>
            </a:extLst>
          </p:cNvPr>
          <p:cNvSpPr/>
          <p:nvPr/>
        </p:nvSpPr>
        <p:spPr>
          <a:xfrm>
            <a:off x="10102916" y="360886"/>
            <a:ext cx="1440000" cy="1440000"/>
          </a:xfrm>
          <a:prstGeom prst="ellipse">
            <a:avLst/>
          </a:prstGeom>
          <a:solidFill>
            <a:schemeClr val="bg1">
              <a:lumMod val="6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77161E6-152A-8F76-50F5-BB1CC6390ED2}"/>
              </a:ext>
            </a:extLst>
          </p:cNvPr>
          <p:cNvSpPr/>
          <p:nvPr/>
        </p:nvSpPr>
        <p:spPr>
          <a:xfrm>
            <a:off x="9339628" y="369886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FB51FE6-C2D0-F465-A2B3-2197603E6440}"/>
              </a:ext>
            </a:extLst>
          </p:cNvPr>
          <p:cNvSpPr/>
          <p:nvPr/>
        </p:nvSpPr>
        <p:spPr>
          <a:xfrm>
            <a:off x="10102440" y="369886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2E24FF0-EF12-F3FC-C6D6-74CCE87907B7}"/>
              </a:ext>
            </a:extLst>
          </p:cNvPr>
          <p:cNvSpPr/>
          <p:nvPr/>
        </p:nvSpPr>
        <p:spPr>
          <a:xfrm>
            <a:off x="831707" y="458470"/>
            <a:ext cx="1440000" cy="1440000"/>
          </a:xfrm>
          <a:prstGeom prst="ellipse">
            <a:avLst/>
          </a:prstGeom>
          <a:solidFill>
            <a:srgbClr val="7030A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802242F-3BB7-7671-AB25-88462202A373}"/>
              </a:ext>
            </a:extLst>
          </p:cNvPr>
          <p:cNvSpPr/>
          <p:nvPr/>
        </p:nvSpPr>
        <p:spPr>
          <a:xfrm>
            <a:off x="1594519" y="458470"/>
            <a:ext cx="1440000" cy="1440000"/>
          </a:xfrm>
          <a:prstGeom prst="ellipse">
            <a:avLst/>
          </a:prstGeom>
          <a:solidFill>
            <a:srgbClr val="7030A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BDD01C-976C-7F61-E609-9B5CBD70DA2E}"/>
              </a:ext>
            </a:extLst>
          </p:cNvPr>
          <p:cNvSpPr/>
          <p:nvPr/>
        </p:nvSpPr>
        <p:spPr>
          <a:xfrm>
            <a:off x="797871" y="371863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4C5BA12-B260-2030-952D-4C90339E9C9D}"/>
              </a:ext>
            </a:extLst>
          </p:cNvPr>
          <p:cNvSpPr/>
          <p:nvPr/>
        </p:nvSpPr>
        <p:spPr>
          <a:xfrm>
            <a:off x="1560683" y="371863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BDF93F-E9B2-8372-F6A9-0C35664E78A5}"/>
              </a:ext>
            </a:extLst>
          </p:cNvPr>
          <p:cNvSpPr/>
          <p:nvPr/>
        </p:nvSpPr>
        <p:spPr>
          <a:xfrm>
            <a:off x="5226350" y="371319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D1F2B8F-60FD-3F62-7FE4-8294EC4D2A28}"/>
              </a:ext>
            </a:extLst>
          </p:cNvPr>
          <p:cNvSpPr/>
          <p:nvPr/>
        </p:nvSpPr>
        <p:spPr>
          <a:xfrm>
            <a:off x="5989162" y="371319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93619F-A605-2616-9446-9E4FC803300D}"/>
              </a:ext>
            </a:extLst>
          </p:cNvPr>
          <p:cNvSpPr/>
          <p:nvPr/>
        </p:nvSpPr>
        <p:spPr>
          <a:xfrm>
            <a:off x="5426008" y="3877797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6B1746-9140-1F58-3500-F82B75ADAE66}"/>
              </a:ext>
            </a:extLst>
          </p:cNvPr>
          <p:cNvSpPr/>
          <p:nvPr/>
        </p:nvSpPr>
        <p:spPr>
          <a:xfrm>
            <a:off x="6188820" y="3877797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2A153-9CA4-EFF8-D290-91DC0C6C3BF5}"/>
              </a:ext>
            </a:extLst>
          </p:cNvPr>
          <p:cNvSpPr/>
          <p:nvPr/>
        </p:nvSpPr>
        <p:spPr>
          <a:xfrm>
            <a:off x="6150738" y="4047296"/>
            <a:ext cx="395532" cy="738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8">
            <a:extLst>
              <a:ext uri="{FF2B5EF4-FFF2-40B4-BE49-F238E27FC236}">
                <a16:creationId xmlns:a16="http://schemas.microsoft.com/office/drawing/2014/main" id="{BB298911-9234-834A-9950-9E62EC26F0D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894"/>
          <a:stretch/>
        </p:blipFill>
        <p:spPr>
          <a:xfrm>
            <a:off x="5531014" y="4033157"/>
            <a:ext cx="780338" cy="593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148FB5-E2A5-D77D-EE25-06EBFCB147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29" t="14568" r="6279" b="4483"/>
          <a:stretch>
            <a:fillRect/>
          </a:stretch>
        </p:blipFill>
        <p:spPr>
          <a:xfrm>
            <a:off x="6389842" y="4179509"/>
            <a:ext cx="796452" cy="32767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FC55759-033F-B471-5C1B-2F2C9027EC54}"/>
              </a:ext>
            </a:extLst>
          </p:cNvPr>
          <p:cNvSpPr/>
          <p:nvPr/>
        </p:nvSpPr>
        <p:spPr>
          <a:xfrm>
            <a:off x="9537588" y="387544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29DED8-9DC5-6344-F9B7-772B1D3A8366}"/>
              </a:ext>
            </a:extLst>
          </p:cNvPr>
          <p:cNvSpPr/>
          <p:nvPr/>
        </p:nvSpPr>
        <p:spPr>
          <a:xfrm>
            <a:off x="10300400" y="387544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5E995-5446-C7DF-2B9D-5616E6C71BCD}"/>
              </a:ext>
            </a:extLst>
          </p:cNvPr>
          <p:cNvSpPr/>
          <p:nvPr/>
        </p:nvSpPr>
        <p:spPr>
          <a:xfrm>
            <a:off x="10262318" y="4034437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768B5-1AE9-125B-86DF-A4A8BDBAA5DD}"/>
              </a:ext>
            </a:extLst>
          </p:cNvPr>
          <p:cNvSpPr txBox="1"/>
          <p:nvPr/>
        </p:nvSpPr>
        <p:spPr>
          <a:xfrm>
            <a:off x="9696327" y="514249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E-AS predation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8E07ED-D358-B0E4-DC45-4F8320B47268}"/>
              </a:ext>
            </a:extLst>
          </p:cNvPr>
          <p:cNvSpPr/>
          <p:nvPr/>
        </p:nvSpPr>
        <p:spPr>
          <a:xfrm>
            <a:off x="9538064" y="514484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C94F9B5-5D5A-CAA7-1118-19E1A1BC6DFB}"/>
              </a:ext>
            </a:extLst>
          </p:cNvPr>
          <p:cNvSpPr/>
          <p:nvPr/>
        </p:nvSpPr>
        <p:spPr>
          <a:xfrm>
            <a:off x="10300876" y="514484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E666E-FC9E-795D-8BE0-99A44F220F95}"/>
              </a:ext>
            </a:extLst>
          </p:cNvPr>
          <p:cNvSpPr/>
          <p:nvPr/>
        </p:nvSpPr>
        <p:spPr>
          <a:xfrm>
            <a:off x="10262794" y="683983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B9AEC-BCC0-4A34-9237-B9F06B965706}"/>
              </a:ext>
            </a:extLst>
          </p:cNvPr>
          <p:cNvSpPr txBox="1"/>
          <p:nvPr/>
        </p:nvSpPr>
        <p:spPr>
          <a:xfrm>
            <a:off x="9688521" y="24543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PE-AS abiotic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05AC7F-7865-2066-966C-472D134FD09D}"/>
              </a:ext>
            </a:extLst>
          </p:cNvPr>
          <p:cNvSpPr/>
          <p:nvPr/>
        </p:nvSpPr>
        <p:spPr>
          <a:xfrm>
            <a:off x="1001830" y="621309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1606E5-AE28-3FCB-8660-1F649B43F88E}"/>
              </a:ext>
            </a:extLst>
          </p:cNvPr>
          <p:cNvSpPr/>
          <p:nvPr/>
        </p:nvSpPr>
        <p:spPr>
          <a:xfrm>
            <a:off x="1764642" y="621309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70A7CD-30AB-D9BA-97F0-0222085C4CC4}"/>
              </a:ext>
            </a:extLst>
          </p:cNvPr>
          <p:cNvSpPr/>
          <p:nvPr/>
        </p:nvSpPr>
        <p:spPr>
          <a:xfrm>
            <a:off x="1726560" y="790808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CF6A2-47EA-26C4-3203-A76712B7AA83}"/>
              </a:ext>
            </a:extLst>
          </p:cNvPr>
          <p:cNvSpPr txBox="1"/>
          <p:nvPr/>
        </p:nvSpPr>
        <p:spPr>
          <a:xfrm>
            <a:off x="805445" y="12455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S-AS scientific advice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D7777F-0834-C425-EEBD-4EA74D3173EA}"/>
              </a:ext>
            </a:extLst>
          </p:cNvPr>
          <p:cNvSpPr/>
          <p:nvPr/>
        </p:nvSpPr>
        <p:spPr>
          <a:xfrm>
            <a:off x="988079" y="387377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D6A916-8A54-AF4B-1BBA-B0CF7F0795B5}"/>
              </a:ext>
            </a:extLst>
          </p:cNvPr>
          <p:cNvSpPr/>
          <p:nvPr/>
        </p:nvSpPr>
        <p:spPr>
          <a:xfrm>
            <a:off x="1750891" y="387377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56508-FE5B-83B7-69AC-7EC0CAC3643A}"/>
              </a:ext>
            </a:extLst>
          </p:cNvPr>
          <p:cNvSpPr/>
          <p:nvPr/>
        </p:nvSpPr>
        <p:spPr>
          <a:xfrm>
            <a:off x="1712809" y="4043277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FDBC1-EAC6-A466-2445-07C91C62F466}"/>
              </a:ext>
            </a:extLst>
          </p:cNvPr>
          <p:cNvSpPr txBox="1"/>
          <p:nvPr/>
        </p:nvSpPr>
        <p:spPr>
          <a:xfrm>
            <a:off x="749217" y="514749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S-AS mismanagement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516FEC0-439F-E574-F6DD-FDA2332317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10" t="9410" r="4098" b="10677"/>
          <a:stretch>
            <a:fillRect/>
          </a:stretch>
        </p:blipFill>
        <p:spPr>
          <a:xfrm>
            <a:off x="9655143" y="748148"/>
            <a:ext cx="796452" cy="3234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41E0605-DA93-5B30-EC95-69F9E53EAD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10" t="9410" r="4098" b="10677"/>
          <a:stretch>
            <a:fillRect/>
          </a:stretch>
        </p:blipFill>
        <p:spPr>
          <a:xfrm>
            <a:off x="9657982" y="4118682"/>
            <a:ext cx="796452" cy="323482"/>
          </a:xfrm>
          <a:prstGeom prst="rect">
            <a:avLst/>
          </a:prstGeom>
        </p:spPr>
      </p:pic>
      <p:pic>
        <p:nvPicPr>
          <p:cNvPr id="29" name="Grafik 38" descr="Versiegeln">
            <a:extLst>
              <a:ext uri="{FF2B5EF4-FFF2-40B4-BE49-F238E27FC236}">
                <a16:creationId xmlns:a16="http://schemas.microsoft.com/office/drawing/2014/main" id="{F19C51C0-DA65-3CAE-0A3E-10DD72869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5932" y="4283762"/>
            <a:ext cx="619482" cy="619482"/>
          </a:xfrm>
          <a:prstGeom prst="rect">
            <a:avLst/>
          </a:prstGeom>
        </p:spPr>
      </p:pic>
      <p:pic>
        <p:nvPicPr>
          <p:cNvPr id="30" name="Bild 4">
            <a:extLst>
              <a:ext uri="{FF2B5EF4-FFF2-40B4-BE49-F238E27FC236}">
                <a16:creationId xmlns:a16="http://schemas.microsoft.com/office/drawing/2014/main" id="{B6AC7323-0AA2-2B99-3C39-24E1B46A7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326" y="3979180"/>
            <a:ext cx="609164" cy="609164"/>
          </a:xfrm>
          <a:prstGeom prst="rect">
            <a:avLst/>
          </a:prstGeom>
        </p:spPr>
      </p:pic>
      <p:pic>
        <p:nvPicPr>
          <p:cNvPr id="31" name="Picture 30" descr="Text, icon&#10;&#10;Description automatically generated">
            <a:extLst>
              <a:ext uri="{FF2B5EF4-FFF2-40B4-BE49-F238E27FC236}">
                <a16:creationId xmlns:a16="http://schemas.microsoft.com/office/drawing/2014/main" id="{967802A8-80C6-8ECF-26C8-490B8CFFD29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0292" t="14488" r="23052" b="11745"/>
          <a:stretch/>
        </p:blipFill>
        <p:spPr>
          <a:xfrm>
            <a:off x="10562753" y="765166"/>
            <a:ext cx="301626" cy="5885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F5CE4CE-E034-8E9B-502F-1711197C2BC5}"/>
              </a:ext>
            </a:extLst>
          </p:cNvPr>
          <p:cNvSpPr txBox="1"/>
          <p:nvPr/>
        </p:nvSpPr>
        <p:spPr>
          <a:xfrm>
            <a:off x="10898052" y="843674"/>
            <a:ext cx="4828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Graphic 37" descr="Downward trend graph outline">
            <a:extLst>
              <a:ext uri="{FF2B5EF4-FFF2-40B4-BE49-F238E27FC236}">
                <a16:creationId xmlns:a16="http://schemas.microsoft.com/office/drawing/2014/main" id="{8025C560-093C-2AF8-0C5D-AEB6F30E7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6480862" y="4433199"/>
            <a:ext cx="585850" cy="353934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5A02B99D-CC0D-0557-2282-A6F5C9318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0778" y="806767"/>
            <a:ext cx="720000" cy="720000"/>
          </a:xfrm>
          <a:prstGeom prst="rect">
            <a:avLst/>
          </a:prstGeom>
        </p:spPr>
      </p:pic>
      <p:pic>
        <p:nvPicPr>
          <p:cNvPr id="46" name="Graphic 45" descr="Gavel with solid fill">
            <a:extLst>
              <a:ext uri="{FF2B5EF4-FFF2-40B4-BE49-F238E27FC236}">
                <a16:creationId xmlns:a16="http://schemas.microsoft.com/office/drawing/2014/main" id="{2FAC0678-0609-B162-B53D-368E52EE9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30891" y="4049904"/>
            <a:ext cx="720000" cy="720000"/>
          </a:xfrm>
          <a:prstGeom prst="rect">
            <a:avLst/>
          </a:prstGeom>
        </p:spPr>
      </p:pic>
      <p:pic>
        <p:nvPicPr>
          <p:cNvPr id="54" name="Graphic 53" descr="Questions with solid fill">
            <a:extLst>
              <a:ext uri="{FF2B5EF4-FFF2-40B4-BE49-F238E27FC236}">
                <a16:creationId xmlns:a16="http://schemas.microsoft.com/office/drawing/2014/main" id="{A8E2A7D7-EB39-4B31-D0E0-5AF7F03EF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0879" y="3998414"/>
            <a:ext cx="828000" cy="828000"/>
          </a:xfrm>
          <a:prstGeom prst="rect">
            <a:avLst/>
          </a:prstGeom>
        </p:spPr>
      </p:pic>
      <p:pic>
        <p:nvPicPr>
          <p:cNvPr id="58" name="Graphic 57" descr="Meeting with solid fill">
            <a:extLst>
              <a:ext uri="{FF2B5EF4-FFF2-40B4-BE49-F238E27FC236}">
                <a16:creationId xmlns:a16="http://schemas.microsoft.com/office/drawing/2014/main" id="{8584A18A-235D-BA10-0010-97112C7A3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6700" y="748934"/>
            <a:ext cx="864000" cy="864000"/>
          </a:xfrm>
          <a:prstGeom prst="rect">
            <a:avLst/>
          </a:prstGeom>
        </p:spPr>
      </p:pic>
      <p:pic>
        <p:nvPicPr>
          <p:cNvPr id="73" name="Graphic 72" descr="Downward trend graph outline">
            <a:extLst>
              <a:ext uri="{FF2B5EF4-FFF2-40B4-BE49-F238E27FC236}">
                <a16:creationId xmlns:a16="http://schemas.microsoft.com/office/drawing/2014/main" id="{472D3B8F-5314-30E6-6218-306E1B438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9686967" y="4425703"/>
            <a:ext cx="585850" cy="353934"/>
          </a:xfrm>
          <a:prstGeom prst="rect">
            <a:avLst/>
          </a:prstGeom>
        </p:spPr>
      </p:pic>
      <p:pic>
        <p:nvPicPr>
          <p:cNvPr id="74" name="Graphic 73" descr="Downward trend graph outline">
            <a:extLst>
              <a:ext uri="{FF2B5EF4-FFF2-40B4-BE49-F238E27FC236}">
                <a16:creationId xmlns:a16="http://schemas.microsoft.com/office/drawing/2014/main" id="{82328721-967D-BD55-A80A-8C2B82169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9702248" y="1051420"/>
            <a:ext cx="585850" cy="353934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27439E9-204E-D787-E015-2DFB7EFEE688}"/>
              </a:ext>
            </a:extLst>
          </p:cNvPr>
          <p:cNvCxnSpPr>
            <a:stCxn id="21" idx="0"/>
            <a:endCxn id="21" idx="2"/>
          </p:cNvCxnSpPr>
          <p:nvPr/>
        </p:nvCxnSpPr>
        <p:spPr>
          <a:xfrm>
            <a:off x="1924326" y="790808"/>
            <a:ext cx="0" cy="745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CFDBDE3-4E60-86E6-AC99-C4E9C46A7455}"/>
              </a:ext>
            </a:extLst>
          </p:cNvPr>
          <p:cNvCxnSpPr>
            <a:cxnSpLocks/>
            <a:stCxn id="24" idx="1"/>
            <a:endCxn id="25" idx="2"/>
          </p:cNvCxnSpPr>
          <p:nvPr/>
        </p:nvCxnSpPr>
        <p:spPr>
          <a:xfrm>
            <a:off x="1909053" y="4031940"/>
            <a:ext cx="1522" cy="7565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A4F488-541F-C10B-1D81-FB60AD7C6FA0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H="1">
            <a:off x="6346982" y="4047296"/>
            <a:ext cx="1522" cy="7523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414258E-660C-344F-D83E-0B382E005E5B}"/>
              </a:ext>
            </a:extLst>
          </p:cNvPr>
          <p:cNvCxnSpPr>
            <a:cxnSpLocks/>
            <a:stCxn id="17" idx="0"/>
            <a:endCxn id="17" idx="2"/>
          </p:cNvCxnSpPr>
          <p:nvPr/>
        </p:nvCxnSpPr>
        <p:spPr>
          <a:xfrm>
            <a:off x="10460560" y="683983"/>
            <a:ext cx="0" cy="745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4AC945A-26B5-90F9-257C-40C712B0B70E}"/>
              </a:ext>
            </a:extLst>
          </p:cNvPr>
          <p:cNvCxnSpPr>
            <a:cxnSpLocks/>
            <a:stCxn id="13" idx="0"/>
            <a:endCxn id="12" idx="3"/>
          </p:cNvCxnSpPr>
          <p:nvPr/>
        </p:nvCxnSpPr>
        <p:spPr>
          <a:xfrm flipH="1">
            <a:off x="10458562" y="4034437"/>
            <a:ext cx="1522" cy="7628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8C0BD4B2-DF89-8EB5-A6EB-A5971ABEBD30}"/>
              </a:ext>
            </a:extLst>
          </p:cNvPr>
          <p:cNvCxnSpPr>
            <a:cxnSpLocks/>
            <a:stCxn id="20" idx="3"/>
            <a:endCxn id="25" idx="0"/>
          </p:cNvCxnSpPr>
          <p:nvPr/>
        </p:nvCxnSpPr>
        <p:spPr>
          <a:xfrm rot="5400000">
            <a:off x="666625" y="2787098"/>
            <a:ext cx="2500130" cy="1222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A01A1B1-64C6-E4B2-51BA-8BC5BE1F5121}"/>
              </a:ext>
            </a:extLst>
          </p:cNvPr>
          <p:cNvSpPr txBox="1"/>
          <p:nvPr/>
        </p:nvSpPr>
        <p:spPr>
          <a:xfrm>
            <a:off x="856143" y="2512676"/>
            <a:ext cx="212109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ICES advice overestimates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abundance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D5F8237-4339-441E-CFE6-416FDF94F877}"/>
              </a:ext>
            </a:extLst>
          </p:cNvPr>
          <p:cNvSpPr/>
          <p:nvPr/>
        </p:nvSpPr>
        <p:spPr>
          <a:xfrm>
            <a:off x="5224337" y="392845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D9D8579-1A1F-5DB0-BFDA-45CA04219312}"/>
              </a:ext>
            </a:extLst>
          </p:cNvPr>
          <p:cNvSpPr/>
          <p:nvPr/>
        </p:nvSpPr>
        <p:spPr>
          <a:xfrm>
            <a:off x="5987149" y="392845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D2D194E-F953-1709-88D8-2D2578B73EC2}"/>
              </a:ext>
            </a:extLst>
          </p:cNvPr>
          <p:cNvSpPr/>
          <p:nvPr/>
        </p:nvSpPr>
        <p:spPr>
          <a:xfrm>
            <a:off x="5423995" y="557443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94864D4-A85C-829F-F5FC-028B0118BAD7}"/>
              </a:ext>
            </a:extLst>
          </p:cNvPr>
          <p:cNvSpPr/>
          <p:nvPr/>
        </p:nvSpPr>
        <p:spPr>
          <a:xfrm>
            <a:off x="6186807" y="557443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AD41A3-CA59-368E-CE92-34DBFA833E6D}"/>
              </a:ext>
            </a:extLst>
          </p:cNvPr>
          <p:cNvSpPr txBox="1"/>
          <p:nvPr/>
        </p:nvSpPr>
        <p:spPr>
          <a:xfrm>
            <a:off x="5413688" y="44825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SE-AS recreational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3EA1EE5-0EE6-5C4A-6D57-F8472E093145}"/>
              </a:ext>
            </a:extLst>
          </p:cNvPr>
          <p:cNvSpPr/>
          <p:nvPr/>
        </p:nvSpPr>
        <p:spPr>
          <a:xfrm>
            <a:off x="6148725" y="726942"/>
            <a:ext cx="395532" cy="738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A29B159-F12E-D647-C65D-EF8305E1FC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29" t="14568" r="6279" b="4483"/>
          <a:stretch>
            <a:fillRect/>
          </a:stretch>
        </p:blipFill>
        <p:spPr>
          <a:xfrm>
            <a:off x="6387829" y="859155"/>
            <a:ext cx="796452" cy="327675"/>
          </a:xfrm>
          <a:prstGeom prst="rect">
            <a:avLst/>
          </a:prstGeom>
        </p:spPr>
      </p:pic>
      <p:pic>
        <p:nvPicPr>
          <p:cNvPr id="106" name="Graphic 105" descr="Downward trend graph outline">
            <a:extLst>
              <a:ext uri="{FF2B5EF4-FFF2-40B4-BE49-F238E27FC236}">
                <a16:creationId xmlns:a16="http://schemas.microsoft.com/office/drawing/2014/main" id="{0E9D14E6-3B71-541F-8828-30BF294C38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6478849" y="1112845"/>
            <a:ext cx="585850" cy="353934"/>
          </a:xfrm>
          <a:prstGeom prst="rect">
            <a:avLst/>
          </a:prstGeom>
        </p:spPr>
      </p:pic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527065B-424F-308D-FAD6-8AD4CD0BE91D}"/>
              </a:ext>
            </a:extLst>
          </p:cNvPr>
          <p:cNvCxnSpPr>
            <a:cxnSpLocks/>
            <a:stCxn id="103" idx="0"/>
            <a:endCxn id="101" idx="3"/>
          </p:cNvCxnSpPr>
          <p:nvPr/>
        </p:nvCxnSpPr>
        <p:spPr>
          <a:xfrm flipH="1">
            <a:off x="6344969" y="726942"/>
            <a:ext cx="1522" cy="7523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Bild 4">
            <a:extLst>
              <a:ext uri="{FF2B5EF4-FFF2-40B4-BE49-F238E27FC236}">
                <a16:creationId xmlns:a16="http://schemas.microsoft.com/office/drawing/2014/main" id="{B6BDC711-F3E3-6D48-AE38-0DC116F305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483" y="789255"/>
            <a:ext cx="668657" cy="576000"/>
          </a:xfrm>
          <a:prstGeom prst="rect">
            <a:avLst/>
          </a:prstGeom>
        </p:spPr>
      </p:pic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951CAC3A-B693-A61A-B4CB-AED267F5C6A3}"/>
              </a:ext>
            </a:extLst>
          </p:cNvPr>
          <p:cNvCxnSpPr>
            <a:cxnSpLocks/>
            <a:stCxn id="24" idx="6"/>
            <a:endCxn id="4" idx="2"/>
          </p:cNvCxnSpPr>
          <p:nvPr/>
        </p:nvCxnSpPr>
        <p:spPr>
          <a:xfrm>
            <a:off x="2830891" y="4413778"/>
            <a:ext cx="2595117" cy="401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E027661F-F639-D5EB-CDD6-5DD4BE5B5141}"/>
              </a:ext>
            </a:extLst>
          </p:cNvPr>
          <p:cNvCxnSpPr>
            <a:cxnSpLocks/>
            <a:stCxn id="24" idx="6"/>
            <a:endCxn id="100" idx="2"/>
          </p:cNvCxnSpPr>
          <p:nvPr/>
        </p:nvCxnSpPr>
        <p:spPr>
          <a:xfrm flipV="1">
            <a:off x="2830891" y="1097443"/>
            <a:ext cx="2593104" cy="33163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01EA1CFE-DEA9-A472-4387-79D7A3AF4019}"/>
              </a:ext>
            </a:extLst>
          </p:cNvPr>
          <p:cNvSpPr txBox="1"/>
          <p:nvPr/>
        </p:nvSpPr>
        <p:spPr>
          <a:xfrm>
            <a:off x="3635057" y="4171589"/>
            <a:ext cx="95975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TACs were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high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6D9082E-EF3C-6F55-CE2C-E1F15375D1D4}"/>
              </a:ext>
            </a:extLst>
          </p:cNvPr>
          <p:cNvSpPr txBox="1"/>
          <p:nvPr/>
        </p:nvSpPr>
        <p:spPr>
          <a:xfrm>
            <a:off x="3303688" y="2003403"/>
            <a:ext cx="18996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Baglimits were too high</a:t>
            </a:r>
          </a:p>
        </p:txBody>
      </p:sp>
      <p:cxnSp>
        <p:nvCxnSpPr>
          <p:cNvPr id="122" name="Curved Connector 121">
            <a:extLst>
              <a:ext uri="{FF2B5EF4-FFF2-40B4-BE49-F238E27FC236}">
                <a16:creationId xmlns:a16="http://schemas.microsoft.com/office/drawing/2014/main" id="{3CA0D859-92BD-6192-F8F9-8BD8AEA816C2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rot="10800000" flipV="1">
            <a:off x="7268820" y="4415447"/>
            <a:ext cx="2268768" cy="234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E6786CE-2372-C87A-C4C7-33E6E25F2363}"/>
              </a:ext>
            </a:extLst>
          </p:cNvPr>
          <p:cNvSpPr txBox="1"/>
          <p:nvPr/>
        </p:nvSpPr>
        <p:spPr>
          <a:xfrm>
            <a:off x="7641541" y="4230010"/>
            <a:ext cx="148123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Predation hinders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</a:p>
        </p:txBody>
      </p:sp>
      <p:cxnSp>
        <p:nvCxnSpPr>
          <p:cNvPr id="127" name="Curved Connector 126">
            <a:extLst>
              <a:ext uri="{FF2B5EF4-FFF2-40B4-BE49-F238E27FC236}">
                <a16:creationId xmlns:a16="http://schemas.microsoft.com/office/drawing/2014/main" id="{217BD9DD-C525-CF0F-6437-7433EFD6CCBA}"/>
              </a:ext>
            </a:extLst>
          </p:cNvPr>
          <p:cNvCxnSpPr>
            <a:cxnSpLocks/>
            <a:stCxn id="15" idx="2"/>
            <a:endCxn id="5" idx="6"/>
          </p:cNvCxnSpPr>
          <p:nvPr/>
        </p:nvCxnSpPr>
        <p:spPr>
          <a:xfrm rot="10800000" flipV="1">
            <a:off x="7268820" y="1054483"/>
            <a:ext cx="2269244" cy="3363313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FF3C1F1-3B36-D9E9-17C6-2EA5FAD913D4}"/>
              </a:ext>
            </a:extLst>
          </p:cNvPr>
          <p:cNvSpPr txBox="1"/>
          <p:nvPr/>
        </p:nvSpPr>
        <p:spPr>
          <a:xfrm>
            <a:off x="7474707" y="1939293"/>
            <a:ext cx="331558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increase and oxygen depletion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hinder recovery</a:t>
            </a:r>
          </a:p>
        </p:txBody>
      </p: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039FA0F4-49FB-760F-C8F8-91D30E6AEF37}"/>
              </a:ext>
            </a:extLst>
          </p:cNvPr>
          <p:cNvCxnSpPr>
            <a:cxnSpLocks/>
            <a:stCxn id="101" idx="3"/>
            <a:endCxn id="9" idx="0"/>
          </p:cNvCxnSpPr>
          <p:nvPr/>
        </p:nvCxnSpPr>
        <p:spPr>
          <a:xfrm rot="16200000" flipH="1">
            <a:off x="5062729" y="2761520"/>
            <a:ext cx="2568015" cy="35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74FD56-984C-4F4E-10F1-96892F28DBD9}"/>
              </a:ext>
            </a:extLst>
          </p:cNvPr>
          <p:cNvSpPr txBox="1"/>
          <p:nvPr/>
        </p:nvSpPr>
        <p:spPr>
          <a:xfrm>
            <a:off x="5416966" y="5149180"/>
            <a:ext cx="18453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SE-AS harvesting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CEA7BE0-5863-0D2D-65EB-4743FAA6AE14}"/>
              </a:ext>
            </a:extLst>
          </p:cNvPr>
          <p:cNvSpPr txBox="1"/>
          <p:nvPr/>
        </p:nvSpPr>
        <p:spPr>
          <a:xfrm>
            <a:off x="5208454" y="2516242"/>
            <a:ext cx="220579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Recreational catches higher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commercial catches</a:t>
            </a:r>
          </a:p>
        </p:txBody>
      </p:sp>
    </p:spTree>
    <p:extLst>
      <p:ext uri="{BB962C8B-B14F-4D97-AF65-F5344CB8AC3E}">
        <p14:creationId xmlns:p14="http://schemas.microsoft.com/office/powerpoint/2010/main" val="370287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2EE0-0ABB-9DDC-5A62-211C4987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DE" dirty="0"/>
              <a:t>ld sankey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BF2C51-754D-490F-D487-74FF2D71F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71300" y="1825625"/>
            <a:ext cx="62493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3B19-3F66-CE5E-2465-F3347163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ADB22-497B-3B87-42A4-BD9192B40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1650" y="1880394"/>
            <a:ext cx="61087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6969D-60C5-0E6B-3289-9A305D9B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B98AE58B-BA32-30E1-ADBB-7F19651849FE}"/>
              </a:ext>
            </a:extLst>
          </p:cNvPr>
          <p:cNvGrpSpPr/>
          <p:nvPr/>
        </p:nvGrpSpPr>
        <p:grpSpPr>
          <a:xfrm>
            <a:off x="330590" y="98473"/>
            <a:ext cx="10037168" cy="7659570"/>
            <a:chOff x="330590" y="98473"/>
            <a:chExt cx="10037168" cy="765957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DEEE1BC-67F3-2D8D-B9DC-80E0617F9319}"/>
                </a:ext>
              </a:extLst>
            </p:cNvPr>
            <p:cNvSpPr/>
            <p:nvPr/>
          </p:nvSpPr>
          <p:spPr>
            <a:xfrm>
              <a:off x="4830220" y="309713"/>
              <a:ext cx="4165001" cy="5081304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787248A-E667-156B-A4EE-42206A46C26B}"/>
                </a:ext>
              </a:extLst>
            </p:cNvPr>
            <p:cNvSpPr/>
            <p:nvPr/>
          </p:nvSpPr>
          <p:spPr>
            <a:xfrm>
              <a:off x="604910" y="452176"/>
              <a:ext cx="1440000" cy="1440000"/>
            </a:xfrm>
            <a:prstGeom prst="ellipse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B1C37F0-1064-F91A-8180-82907E89E393}"/>
                </a:ext>
              </a:extLst>
            </p:cNvPr>
            <p:cNvGrpSpPr/>
            <p:nvPr/>
          </p:nvGrpSpPr>
          <p:grpSpPr>
            <a:xfrm>
              <a:off x="3435195" y="452176"/>
              <a:ext cx="1440000" cy="1440000"/>
              <a:chOff x="2255519" y="339635"/>
              <a:chExt cx="1440000" cy="144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D2F4EAF-8237-2C33-91C4-3E69FE5A2315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0FA3EA-C234-720F-E3F9-40DFC5B37A7C}"/>
                  </a:ext>
                </a:extLst>
              </p:cNvPr>
              <p:cNvSpPr txBox="1"/>
              <p:nvPr/>
            </p:nvSpPr>
            <p:spPr>
              <a:xfrm>
                <a:off x="2565535" y="874969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ACOM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E114CF-DB59-D1DF-C5A1-9FD5072DCB30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2044910" y="1172176"/>
              <a:ext cx="13902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2673BD-406F-4415-1BC9-14D3EA0B774A}"/>
                </a:ext>
              </a:extLst>
            </p:cNvPr>
            <p:cNvSpPr txBox="1"/>
            <p:nvPr/>
          </p:nvSpPr>
          <p:spPr>
            <a:xfrm>
              <a:off x="2205289" y="849010"/>
              <a:ext cx="10695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Scientific</a:t>
              </a:r>
            </a:p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exchange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B3E0732-8015-9EA3-AD91-1AE031272681}"/>
                </a:ext>
              </a:extLst>
            </p:cNvPr>
            <p:cNvSpPr/>
            <p:nvPr/>
          </p:nvSpPr>
          <p:spPr>
            <a:xfrm>
              <a:off x="330590" y="98473"/>
              <a:ext cx="4820195" cy="2142309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32C26-929A-DD05-7C64-AC1D0EA101AB}"/>
                </a:ext>
              </a:extLst>
            </p:cNvPr>
            <p:cNvSpPr txBox="1"/>
            <p:nvPr/>
          </p:nvSpPr>
          <p:spPr>
            <a:xfrm>
              <a:off x="2397650" y="1831570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ICES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3B69F4-5769-8CAE-968F-2CBA4D85E78C}"/>
                </a:ext>
              </a:extLst>
            </p:cNvPr>
            <p:cNvGrpSpPr/>
            <p:nvPr/>
          </p:nvGrpSpPr>
          <p:grpSpPr>
            <a:xfrm>
              <a:off x="2017683" y="3295341"/>
              <a:ext cx="1440000" cy="1440000"/>
              <a:chOff x="2255519" y="339635"/>
              <a:chExt cx="1440000" cy="144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F1EA4FC-4836-4D7F-AB05-92051F3EDDB3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460D92-027F-448E-23C7-8DF521D46F0C}"/>
                  </a:ext>
                </a:extLst>
              </p:cNvPr>
              <p:cNvSpPr txBox="1"/>
              <p:nvPr/>
            </p:nvSpPr>
            <p:spPr>
              <a:xfrm>
                <a:off x="2690825" y="874969"/>
                <a:ext cx="5693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</a:t>
                </a: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9C5E9BE-8FC6-F31A-8AF1-3238B76BBE97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 flipH="1">
              <a:off x="2737683" y="2240782"/>
              <a:ext cx="3005" cy="105455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F133DB-BE00-1B0B-895C-31ED700046EB}"/>
                </a:ext>
              </a:extLst>
            </p:cNvPr>
            <p:cNvSpPr txBox="1"/>
            <p:nvPr/>
          </p:nvSpPr>
          <p:spPr>
            <a:xfrm>
              <a:off x="2429709" y="2593470"/>
              <a:ext cx="62068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93DDB98-D621-DF4B-BBF2-B715C9887D6E}"/>
                </a:ext>
              </a:extLst>
            </p:cNvPr>
            <p:cNvGrpSpPr/>
            <p:nvPr/>
          </p:nvGrpSpPr>
          <p:grpSpPr>
            <a:xfrm>
              <a:off x="6197988" y="1855341"/>
              <a:ext cx="1440000" cy="1440000"/>
              <a:chOff x="2255519" y="339635"/>
              <a:chExt cx="1440000" cy="14400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EA25F2C-BF8C-1F48-BD6D-039FB5BC4770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90EFAF-A976-B8A2-5EC3-8F916C4E1AD6}"/>
                  </a:ext>
                </a:extLst>
              </p:cNvPr>
              <p:cNvSpPr txBox="1"/>
              <p:nvPr/>
            </p:nvSpPr>
            <p:spPr>
              <a:xfrm>
                <a:off x="2389460" y="749532"/>
                <a:ext cx="117211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Comission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41BD083-1BC7-A6F7-7671-50F1C815FDBB}"/>
                </a:ext>
              </a:extLst>
            </p:cNvPr>
            <p:cNvGrpSpPr/>
            <p:nvPr/>
          </p:nvGrpSpPr>
          <p:grpSpPr>
            <a:xfrm>
              <a:off x="7215142" y="3321466"/>
              <a:ext cx="1440000" cy="1440000"/>
              <a:chOff x="2255519" y="339635"/>
              <a:chExt cx="1440000" cy="144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37B5291-967E-127D-5009-3908E0314DA9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21E4D6A-B94A-38DE-8400-C7E210B61169}"/>
                  </a:ext>
                </a:extLst>
              </p:cNvPr>
              <p:cNvSpPr txBox="1"/>
              <p:nvPr/>
            </p:nvSpPr>
            <p:spPr>
              <a:xfrm>
                <a:off x="2517701" y="749532"/>
                <a:ext cx="91563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Council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3C696A8-6B08-71E4-CB98-29D9EB0BB4F1}"/>
                </a:ext>
              </a:extLst>
            </p:cNvPr>
            <p:cNvGrpSpPr/>
            <p:nvPr/>
          </p:nvGrpSpPr>
          <p:grpSpPr>
            <a:xfrm>
              <a:off x="5166262" y="3314935"/>
              <a:ext cx="1440000" cy="1440000"/>
              <a:chOff x="2255519" y="326572"/>
              <a:chExt cx="1440000" cy="1440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14DECC1-B2FE-DF97-3E5D-DABC3684CBC4}"/>
                  </a:ext>
                </a:extLst>
              </p:cNvPr>
              <p:cNvSpPr/>
              <p:nvPr/>
            </p:nvSpPr>
            <p:spPr>
              <a:xfrm>
                <a:off x="2255519" y="326572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655834F-CBD0-DED3-3694-1D8F10CB67B9}"/>
                  </a:ext>
                </a:extLst>
              </p:cNvPr>
              <p:cNvSpPr txBox="1"/>
              <p:nvPr/>
            </p:nvSpPr>
            <p:spPr>
              <a:xfrm>
                <a:off x="2383049" y="749532"/>
                <a:ext cx="118494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Parliament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0B77AD3-AE42-E8BD-6D9E-6C51A6A5B540}"/>
                </a:ext>
              </a:extLst>
            </p:cNvPr>
            <p:cNvGrpSpPr/>
            <p:nvPr/>
          </p:nvGrpSpPr>
          <p:grpSpPr>
            <a:xfrm>
              <a:off x="6376686" y="415341"/>
              <a:ext cx="1080000" cy="1080000"/>
              <a:chOff x="2255519" y="339635"/>
              <a:chExt cx="1440000" cy="1440000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FB9C048-4EB0-2C5E-29AD-5E5268594495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E62501-902D-F33B-FBBA-14B0746A4E80}"/>
                  </a:ext>
                </a:extLst>
              </p:cNvPr>
              <p:cNvSpPr txBox="1"/>
              <p:nvPr/>
            </p:nvSpPr>
            <p:spPr>
              <a:xfrm>
                <a:off x="2536938" y="874968"/>
                <a:ext cx="8771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STECF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03BF861-C227-731B-207B-7D66A0E2C3CD}"/>
                </a:ext>
              </a:extLst>
            </p:cNvPr>
            <p:cNvGrpSpPr/>
            <p:nvPr/>
          </p:nvGrpSpPr>
          <p:grpSpPr>
            <a:xfrm>
              <a:off x="5410102" y="5382023"/>
              <a:ext cx="1440000" cy="1440000"/>
              <a:chOff x="2255519" y="339635"/>
              <a:chExt cx="1440000" cy="1440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BAA4E89-C0CA-C211-10BF-7F58A02228B1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2EA5C55-35E3-1253-8BAA-85F0B6B8DD6E}"/>
                  </a:ext>
                </a:extLst>
              </p:cNvPr>
              <p:cNvSpPr txBox="1"/>
              <p:nvPr/>
            </p:nvSpPr>
            <p:spPr>
              <a:xfrm>
                <a:off x="2466405" y="736469"/>
                <a:ext cx="10182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Regional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AE516CE-BEC7-F61D-B9DB-B85FF35F8796}"/>
                </a:ext>
              </a:extLst>
            </p:cNvPr>
            <p:cNvGrpSpPr/>
            <p:nvPr/>
          </p:nvGrpSpPr>
          <p:grpSpPr>
            <a:xfrm>
              <a:off x="8008919" y="5392903"/>
              <a:ext cx="1440000" cy="1440000"/>
              <a:chOff x="2255519" y="339635"/>
              <a:chExt cx="1440000" cy="14400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54F31B7-867F-5157-25C6-C705166493E8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2E42674-AFA8-2EDB-93ED-434D00023CA5}"/>
                  </a:ext>
                </a:extLst>
              </p:cNvPr>
              <p:cNvSpPr txBox="1"/>
              <p:nvPr/>
            </p:nvSpPr>
            <p:spPr>
              <a:xfrm>
                <a:off x="2309485" y="591961"/>
                <a:ext cx="1338828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Federal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German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Government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5E58953-4422-757F-E9A4-A45989A1C23C}"/>
                </a:ext>
              </a:extLst>
            </p:cNvPr>
            <p:cNvGrpSpPr/>
            <p:nvPr/>
          </p:nvGrpSpPr>
          <p:grpSpPr>
            <a:xfrm>
              <a:off x="3366243" y="4523890"/>
              <a:ext cx="1440000" cy="1440000"/>
              <a:chOff x="2255519" y="339635"/>
              <a:chExt cx="1440000" cy="14400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3FD362-935F-BE38-873F-6FC1C1220C56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B5466F-C75A-9D8F-BE2F-24FDAD3779B2}"/>
                  </a:ext>
                </a:extLst>
              </p:cNvPr>
              <p:cNvSpPr txBox="1"/>
              <p:nvPr/>
            </p:nvSpPr>
            <p:spPr>
              <a:xfrm>
                <a:off x="2466405" y="874968"/>
                <a:ext cx="10182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Fisheries</a:t>
                </a:r>
              </a:p>
            </p:txBody>
          </p:sp>
        </p:grp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CC9D873-E24A-A476-ABB0-D5FF480C67C9}"/>
                </a:ext>
              </a:extLst>
            </p:cNvPr>
            <p:cNvCxnSpPr>
              <a:cxnSpLocks/>
              <a:stCxn id="36" idx="4"/>
              <a:endCxn id="27" idx="0"/>
            </p:cNvCxnSpPr>
            <p:nvPr/>
          </p:nvCxnSpPr>
          <p:spPr>
            <a:xfrm>
              <a:off x="6916686" y="1495341"/>
              <a:ext cx="1302" cy="36000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452BF07-D339-516F-AD33-8805BEB80A32}"/>
                </a:ext>
              </a:extLst>
            </p:cNvPr>
            <p:cNvCxnSpPr>
              <a:cxnSpLocks/>
              <a:stCxn id="10" idx="5"/>
              <a:endCxn id="27" idx="2"/>
            </p:cNvCxnSpPr>
            <p:nvPr/>
          </p:nvCxnSpPr>
          <p:spPr>
            <a:xfrm>
              <a:off x="4664312" y="1681293"/>
              <a:ext cx="1533676" cy="894048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95A02F-3A02-2C66-FDD3-9324103C67DD}"/>
                </a:ext>
              </a:extLst>
            </p:cNvPr>
            <p:cNvSpPr txBox="1"/>
            <p:nvPr/>
          </p:nvSpPr>
          <p:spPr>
            <a:xfrm>
              <a:off x="639972" y="999029"/>
              <a:ext cx="1129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WGBFAS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DABA97-E8EF-1671-47C3-EB3CF75FA6C9}"/>
                </a:ext>
              </a:extLst>
            </p:cNvPr>
            <p:cNvSpPr txBox="1"/>
            <p:nvPr/>
          </p:nvSpPr>
          <p:spPr>
            <a:xfrm>
              <a:off x="5184371" y="1843655"/>
              <a:ext cx="787395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ICES</a:t>
              </a:r>
            </a:p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advice</a:t>
              </a:r>
            </a:p>
          </p:txBody>
        </p:sp>
        <p:cxnSp>
          <p:nvCxnSpPr>
            <p:cNvPr id="59" name="Curved Connector 58">
              <a:extLst>
                <a:ext uri="{FF2B5EF4-FFF2-40B4-BE49-F238E27FC236}">
                  <a16:creationId xmlns:a16="http://schemas.microsoft.com/office/drawing/2014/main" id="{151DFE36-10DD-AD17-56F2-30A19062A062}"/>
                </a:ext>
              </a:extLst>
            </p:cNvPr>
            <p:cNvCxnSpPr>
              <a:cxnSpLocks/>
              <a:stCxn id="10" idx="4"/>
              <a:endCxn id="33" idx="2"/>
            </p:cNvCxnSpPr>
            <p:nvPr/>
          </p:nvCxnSpPr>
          <p:spPr>
            <a:xfrm rot="16200000" flipH="1">
              <a:off x="3589349" y="2458021"/>
              <a:ext cx="2142759" cy="1011067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5E62E1F-ACD0-0167-5246-4610F55E8FF3}"/>
                </a:ext>
              </a:extLst>
            </p:cNvPr>
            <p:cNvSpPr txBox="1"/>
            <p:nvPr/>
          </p:nvSpPr>
          <p:spPr>
            <a:xfrm>
              <a:off x="3495948" y="2628965"/>
              <a:ext cx="128753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Regulations</a:t>
              </a:r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CFB34263-EFA9-9C59-EBC0-98083623E62B}"/>
                </a:ext>
              </a:extLst>
            </p:cNvPr>
            <p:cNvCxnSpPr>
              <a:cxnSpLocks/>
              <a:stCxn id="27" idx="2"/>
              <a:endCxn id="33" idx="0"/>
            </p:cNvCxnSpPr>
            <p:nvPr/>
          </p:nvCxnSpPr>
          <p:spPr>
            <a:xfrm rot="10800000" flipV="1">
              <a:off x="5886262" y="2575341"/>
              <a:ext cx="311726" cy="739594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urved Connector 65">
              <a:extLst>
                <a:ext uri="{FF2B5EF4-FFF2-40B4-BE49-F238E27FC236}">
                  <a16:creationId xmlns:a16="http://schemas.microsoft.com/office/drawing/2014/main" id="{56FC8C6C-6512-7C3D-E43D-3DAB7569861C}"/>
                </a:ext>
              </a:extLst>
            </p:cNvPr>
            <p:cNvCxnSpPr>
              <a:cxnSpLocks/>
              <a:stCxn id="27" idx="6"/>
              <a:endCxn id="30" idx="0"/>
            </p:cNvCxnSpPr>
            <p:nvPr/>
          </p:nvCxnSpPr>
          <p:spPr>
            <a:xfrm>
              <a:off x="7637988" y="2575341"/>
              <a:ext cx="297154" cy="746125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7A408B6-D629-F8A8-0819-FA1161614AD9}"/>
                </a:ext>
              </a:extLst>
            </p:cNvPr>
            <p:cNvCxnSpPr>
              <a:cxnSpLocks/>
              <a:stCxn id="30" idx="2"/>
              <a:endCxn id="33" idx="6"/>
            </p:cNvCxnSpPr>
            <p:nvPr/>
          </p:nvCxnSpPr>
          <p:spPr>
            <a:xfrm flipH="1" flipV="1">
              <a:off x="6606262" y="4034935"/>
              <a:ext cx="608880" cy="6531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845C0C7-25F0-4C63-65C8-C848979CAFAD}"/>
                </a:ext>
              </a:extLst>
            </p:cNvPr>
            <p:cNvSpPr txBox="1"/>
            <p:nvPr/>
          </p:nvSpPr>
          <p:spPr>
            <a:xfrm>
              <a:off x="6673308" y="484096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EU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E6FBB3A-08F7-415D-029B-47BF3013CF78}"/>
                </a:ext>
              </a:extLst>
            </p:cNvPr>
            <p:cNvCxnSpPr>
              <a:cxnSpLocks/>
              <a:stCxn id="43" idx="2"/>
              <a:endCxn id="39" idx="6"/>
            </p:cNvCxnSpPr>
            <p:nvPr/>
          </p:nvCxnSpPr>
          <p:spPr>
            <a:xfrm flipH="1" flipV="1">
              <a:off x="6850102" y="6102023"/>
              <a:ext cx="1158817" cy="108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415FECD-5193-87FC-D9DC-5874E0DEC844}"/>
                </a:ext>
              </a:extLst>
            </p:cNvPr>
            <p:cNvSpPr txBox="1"/>
            <p:nvPr/>
          </p:nvSpPr>
          <p:spPr>
            <a:xfrm>
              <a:off x="7047884" y="5881126"/>
              <a:ext cx="83869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Quotas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C20997-BF6E-5E00-F0DF-397A150E737E}"/>
                </a:ext>
              </a:extLst>
            </p:cNvPr>
            <p:cNvGrpSpPr/>
            <p:nvPr/>
          </p:nvGrpSpPr>
          <p:grpSpPr>
            <a:xfrm>
              <a:off x="3379060" y="6318043"/>
              <a:ext cx="1440000" cy="1440000"/>
              <a:chOff x="2255519" y="339635"/>
              <a:chExt cx="1440000" cy="1440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1784446-208C-1DE6-A119-3221293D8288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511D11-DAFE-1D26-F1FE-0826B00C3032}"/>
                  </a:ext>
                </a:extLst>
              </p:cNvPr>
              <p:cNvSpPr txBox="1"/>
              <p:nvPr/>
            </p:nvSpPr>
            <p:spPr>
              <a:xfrm>
                <a:off x="2280005" y="772213"/>
                <a:ext cx="13516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Recreational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fisheries</a:t>
                </a:r>
              </a:p>
            </p:txBody>
          </p:sp>
        </p:grpSp>
        <p:cxnSp>
          <p:nvCxnSpPr>
            <p:cNvPr id="61" name="Curved Connector 60">
              <a:extLst>
                <a:ext uri="{FF2B5EF4-FFF2-40B4-BE49-F238E27FC236}">
                  <a16:creationId xmlns:a16="http://schemas.microsoft.com/office/drawing/2014/main" id="{7C23BEEC-9DC2-D424-C2B8-C821A82037EB}"/>
                </a:ext>
              </a:extLst>
            </p:cNvPr>
            <p:cNvCxnSpPr>
              <a:cxnSpLocks/>
              <a:stCxn id="39" idx="2"/>
              <a:endCxn id="46" idx="6"/>
            </p:cNvCxnSpPr>
            <p:nvPr/>
          </p:nvCxnSpPr>
          <p:spPr>
            <a:xfrm rot="10800000">
              <a:off x="4806244" y="5243891"/>
              <a:ext cx="603859" cy="85813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173D2520-B74C-D8B6-4CC9-CF3BC2FCB232}"/>
                </a:ext>
              </a:extLst>
            </p:cNvPr>
            <p:cNvCxnSpPr>
              <a:cxnSpLocks/>
              <a:stCxn id="39" idx="2"/>
              <a:endCxn id="24" idx="6"/>
            </p:cNvCxnSpPr>
            <p:nvPr/>
          </p:nvCxnSpPr>
          <p:spPr>
            <a:xfrm rot="10800000" flipV="1">
              <a:off x="4819060" y="6102023"/>
              <a:ext cx="591042" cy="93602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1D24BA3-A066-5F17-7DCB-D7D86BCC51D7}"/>
                </a:ext>
              </a:extLst>
            </p:cNvPr>
            <p:cNvCxnSpPr>
              <a:cxnSpLocks/>
              <a:stCxn id="30" idx="4"/>
              <a:endCxn id="43" idx="0"/>
            </p:cNvCxnSpPr>
            <p:nvPr/>
          </p:nvCxnSpPr>
          <p:spPr>
            <a:xfrm>
              <a:off x="7935142" y="4761466"/>
              <a:ext cx="793777" cy="6314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4D6BDEB-9C55-2A9B-464C-9E338BE6994C}"/>
                </a:ext>
              </a:extLst>
            </p:cNvPr>
            <p:cNvSpPr txBox="1"/>
            <p:nvPr/>
          </p:nvSpPr>
          <p:spPr>
            <a:xfrm>
              <a:off x="8167905" y="4908531"/>
              <a:ext cx="83869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Quotas</a:t>
              </a:r>
            </a:p>
          </p:txBody>
        </p:sp>
        <p:cxnSp>
          <p:nvCxnSpPr>
            <p:cNvPr id="80" name="Curved Connector 79">
              <a:extLst>
                <a:ext uri="{FF2B5EF4-FFF2-40B4-BE49-F238E27FC236}">
                  <a16:creationId xmlns:a16="http://schemas.microsoft.com/office/drawing/2014/main" id="{97698422-CF55-D6BD-6180-307F992800D0}"/>
                </a:ext>
              </a:extLst>
            </p:cNvPr>
            <p:cNvCxnSpPr>
              <a:cxnSpLocks/>
              <a:stCxn id="73" idx="6"/>
              <a:endCxn id="43" idx="6"/>
            </p:cNvCxnSpPr>
            <p:nvPr/>
          </p:nvCxnSpPr>
          <p:spPr>
            <a:xfrm>
              <a:off x="8995221" y="2850365"/>
              <a:ext cx="453698" cy="3262538"/>
            </a:xfrm>
            <a:prstGeom prst="curvedConnector3">
              <a:avLst>
                <a:gd name="adj1" fmla="val 15038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67DD3E5-DFB1-9443-AA01-22FDCDA7C957}"/>
                </a:ext>
              </a:extLst>
            </p:cNvPr>
            <p:cNvSpPr txBox="1"/>
            <p:nvPr/>
          </p:nvSpPr>
          <p:spPr>
            <a:xfrm>
              <a:off x="9080226" y="4184954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Regulations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0B1A1A9-9729-0355-83DD-CFCF546DBB87}"/>
                </a:ext>
              </a:extLst>
            </p:cNvPr>
            <p:cNvSpPr txBox="1"/>
            <p:nvPr/>
          </p:nvSpPr>
          <p:spPr>
            <a:xfrm>
              <a:off x="4482498" y="5926350"/>
              <a:ext cx="83869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Quotas</a:t>
              </a:r>
            </a:p>
          </p:txBody>
        </p: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4EB319CE-BB8D-412B-9411-3CD9FFA46533}"/>
                </a:ext>
              </a:extLst>
            </p:cNvPr>
            <p:cNvCxnSpPr>
              <a:cxnSpLocks/>
              <a:stCxn id="46" idx="2"/>
              <a:endCxn id="20" idx="4"/>
            </p:cNvCxnSpPr>
            <p:nvPr/>
          </p:nvCxnSpPr>
          <p:spPr>
            <a:xfrm rot="10800000">
              <a:off x="2737683" y="4735342"/>
              <a:ext cx="628560" cy="508549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25E23F61-E42D-D0DC-759B-75F2C7546308}"/>
                </a:ext>
              </a:extLst>
            </p:cNvPr>
            <p:cNvCxnSpPr>
              <a:cxnSpLocks/>
              <a:stCxn id="24" idx="2"/>
              <a:endCxn id="20" idx="4"/>
            </p:cNvCxnSpPr>
            <p:nvPr/>
          </p:nvCxnSpPr>
          <p:spPr>
            <a:xfrm rot="10800000">
              <a:off x="2737684" y="4735341"/>
              <a:ext cx="641377" cy="2302702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272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roup 314">
            <a:extLst>
              <a:ext uri="{FF2B5EF4-FFF2-40B4-BE49-F238E27FC236}">
                <a16:creationId xmlns:a16="http://schemas.microsoft.com/office/drawing/2014/main" id="{F32B5C3E-B89D-7B2A-8D4A-80EA5DFA60BD}"/>
              </a:ext>
            </a:extLst>
          </p:cNvPr>
          <p:cNvGrpSpPr/>
          <p:nvPr/>
        </p:nvGrpSpPr>
        <p:grpSpPr>
          <a:xfrm>
            <a:off x="-211973" y="-303806"/>
            <a:ext cx="12019638" cy="8234188"/>
            <a:chOff x="-211973" y="-303806"/>
            <a:chExt cx="12019638" cy="8234188"/>
          </a:xfrm>
        </p:grpSpPr>
        <p:sp>
          <p:nvSpPr>
            <p:cNvPr id="308" name="Oval 37">
              <a:extLst>
                <a:ext uri="{FF2B5EF4-FFF2-40B4-BE49-F238E27FC236}">
                  <a16:creationId xmlns:a16="http://schemas.microsoft.com/office/drawing/2014/main" id="{63894591-6B8A-95D2-58B8-2A36C74576FB}"/>
                </a:ext>
              </a:extLst>
            </p:cNvPr>
            <p:cNvSpPr/>
            <p:nvPr/>
          </p:nvSpPr>
          <p:spPr>
            <a:xfrm>
              <a:off x="56271" y="4136944"/>
              <a:ext cx="6899217" cy="3367803"/>
            </a:xfrm>
            <a:prstGeom prst="roundRect">
              <a:avLst/>
            </a:prstGeom>
            <a:noFill/>
            <a:ln w="57150">
              <a:solidFill>
                <a:srgbClr val="FFC1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306" name="Oval 37">
              <a:extLst>
                <a:ext uri="{FF2B5EF4-FFF2-40B4-BE49-F238E27FC236}">
                  <a16:creationId xmlns:a16="http://schemas.microsoft.com/office/drawing/2014/main" id="{D61790AC-7B14-F184-1306-41CF41884534}"/>
                </a:ext>
              </a:extLst>
            </p:cNvPr>
            <p:cNvSpPr/>
            <p:nvPr/>
          </p:nvSpPr>
          <p:spPr>
            <a:xfrm>
              <a:off x="56270" y="-303806"/>
              <a:ext cx="8528581" cy="4355921"/>
            </a:xfrm>
            <a:prstGeom prst="roundRect">
              <a:avLst/>
            </a:prstGeom>
            <a:noFill/>
            <a:ln w="57150">
              <a:solidFill>
                <a:srgbClr val="FF8A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9196942-980A-6949-B613-A2E7073F428A}"/>
                </a:ext>
              </a:extLst>
            </p:cNvPr>
            <p:cNvGrpSpPr/>
            <p:nvPr/>
          </p:nvGrpSpPr>
          <p:grpSpPr>
            <a:xfrm>
              <a:off x="8684764" y="4586040"/>
              <a:ext cx="1440000" cy="1440000"/>
              <a:chOff x="2255519" y="339635"/>
              <a:chExt cx="1440000" cy="144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506B964-3A9D-9462-EE84-FA090BA8495B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40606A-7AD0-E185-21F6-C2CF746BB5B0}"/>
                  </a:ext>
                </a:extLst>
              </p:cNvPr>
              <p:cNvSpPr txBox="1"/>
              <p:nvPr/>
            </p:nvSpPr>
            <p:spPr>
              <a:xfrm>
                <a:off x="2690825" y="874969"/>
                <a:ext cx="5693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2A5F526-4CF2-00CC-F70C-7BEDB84586E2}"/>
                </a:ext>
              </a:extLst>
            </p:cNvPr>
            <p:cNvGrpSpPr/>
            <p:nvPr/>
          </p:nvGrpSpPr>
          <p:grpSpPr>
            <a:xfrm>
              <a:off x="7072203" y="2444798"/>
              <a:ext cx="1440000" cy="1440000"/>
              <a:chOff x="2255519" y="339635"/>
              <a:chExt cx="1440000" cy="1440000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07FCDAB6-0DF6-AC9D-94A6-8E160FA62AE2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DD69504-3C53-ECE4-CE4A-05692B64E76F}"/>
                  </a:ext>
                </a:extLst>
              </p:cNvPr>
              <p:cNvSpPr txBox="1"/>
              <p:nvPr/>
            </p:nvSpPr>
            <p:spPr>
              <a:xfrm>
                <a:off x="2296700" y="825445"/>
                <a:ext cx="1357637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Fisheries</a:t>
                </a: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1DAF83A-3373-EB3D-5340-611269471B86}"/>
                </a:ext>
              </a:extLst>
            </p:cNvPr>
            <p:cNvGrpSpPr/>
            <p:nvPr/>
          </p:nvGrpSpPr>
          <p:grpSpPr>
            <a:xfrm>
              <a:off x="7013845" y="5878796"/>
              <a:ext cx="1445264" cy="1440000"/>
              <a:chOff x="2255519" y="339635"/>
              <a:chExt cx="1808789" cy="1440000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6E76E7B-932F-E09D-E6EA-4BC924D0C113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8635330-4B96-E108-603A-FA95E95387DD}"/>
                  </a:ext>
                </a:extLst>
              </p:cNvPr>
              <p:cNvSpPr txBox="1"/>
              <p:nvPr/>
            </p:nvSpPr>
            <p:spPr>
              <a:xfrm>
                <a:off x="2262105" y="780941"/>
                <a:ext cx="1802203" cy="861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Recreational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fisheries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32316CD-3033-ADA6-0756-D84B48BECC3A}"/>
                </a:ext>
              </a:extLst>
            </p:cNvPr>
            <p:cNvGrpSpPr/>
            <p:nvPr/>
          </p:nvGrpSpPr>
          <p:grpSpPr>
            <a:xfrm>
              <a:off x="5413984" y="4601375"/>
              <a:ext cx="1440001" cy="1440000"/>
              <a:chOff x="2255519" y="339635"/>
              <a:chExt cx="1802202" cy="14400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0AC2A9E1-DFC8-1F79-AE98-FE2EEAF2F30C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044778F-8A63-6036-B013-EDDEE3F0EFF4}"/>
                  </a:ext>
                </a:extLst>
              </p:cNvPr>
              <p:cNvSpPr txBox="1"/>
              <p:nvPr/>
            </p:nvSpPr>
            <p:spPr>
              <a:xfrm>
                <a:off x="2349494" y="780941"/>
                <a:ext cx="162743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Fishery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associations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C5A3E55-035A-66CA-1055-9DB58A44BD31}"/>
                </a:ext>
              </a:extLst>
            </p:cNvPr>
            <p:cNvGrpSpPr/>
            <p:nvPr/>
          </p:nvGrpSpPr>
          <p:grpSpPr>
            <a:xfrm>
              <a:off x="5291172" y="2444799"/>
              <a:ext cx="1440000" cy="1440000"/>
              <a:chOff x="2255519" y="339635"/>
              <a:chExt cx="1440000" cy="1440000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5327BC6C-43FC-AAD0-1B51-85DC4FE05095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96D800D-C3C3-99CA-69FC-97E1A8A892F6}"/>
                  </a:ext>
                </a:extLst>
              </p:cNvPr>
              <p:cNvSpPr txBox="1"/>
              <p:nvPr/>
            </p:nvSpPr>
            <p:spPr>
              <a:xfrm>
                <a:off x="2293281" y="736469"/>
                <a:ext cx="136447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Fisheries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cooperations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E323EA9-0B00-9E6F-4956-FA2A2D5956FD}"/>
                </a:ext>
              </a:extLst>
            </p:cNvPr>
            <p:cNvGrpSpPr/>
            <p:nvPr/>
          </p:nvGrpSpPr>
          <p:grpSpPr>
            <a:xfrm>
              <a:off x="3605207" y="2448951"/>
              <a:ext cx="1440000" cy="1440000"/>
              <a:chOff x="2255519" y="339635"/>
              <a:chExt cx="1440000" cy="1440000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57D83D1-4258-B3AC-391A-BEE4B0A7390A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7F99150-D765-24C9-5D4B-F47E7A55BE15}"/>
                  </a:ext>
                </a:extLst>
              </p:cNvPr>
              <p:cNvSpPr txBox="1"/>
              <p:nvPr/>
            </p:nvSpPr>
            <p:spPr>
              <a:xfrm>
                <a:off x="2259125" y="732319"/>
                <a:ext cx="142442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Producer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organizations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D13F287-DC71-2F48-D56E-E4189CD4461F}"/>
                </a:ext>
              </a:extLst>
            </p:cNvPr>
            <p:cNvGrpSpPr/>
            <p:nvPr/>
          </p:nvGrpSpPr>
          <p:grpSpPr>
            <a:xfrm>
              <a:off x="1892825" y="2444800"/>
              <a:ext cx="1454244" cy="1440000"/>
              <a:chOff x="2255519" y="339635"/>
              <a:chExt cx="1454244" cy="1440000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9A08ED3D-BB49-43C6-6394-9776D9FA944C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727E9A2-F29D-6AC1-9DD9-E04BCA285D72}"/>
                  </a:ext>
                </a:extLst>
              </p:cNvPr>
              <p:cNvSpPr txBox="1"/>
              <p:nvPr/>
            </p:nvSpPr>
            <p:spPr>
              <a:xfrm>
                <a:off x="2255519" y="876313"/>
                <a:ext cx="14542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Supermarkets</a:t>
                </a: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2158127-AE4E-329D-9C06-0A7CB92AD602}"/>
                </a:ext>
              </a:extLst>
            </p:cNvPr>
            <p:cNvGrpSpPr/>
            <p:nvPr/>
          </p:nvGrpSpPr>
          <p:grpSpPr>
            <a:xfrm>
              <a:off x="200174" y="2444800"/>
              <a:ext cx="1440000" cy="1440000"/>
              <a:chOff x="2255519" y="339635"/>
              <a:chExt cx="1440000" cy="1440000"/>
            </a:xfrm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F98D3899-FCC2-2A98-8359-5AF14F7FA2DF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C583FB2-1D21-3D8A-65A7-FF75C88470F4}"/>
                  </a:ext>
                </a:extLst>
              </p:cNvPr>
              <p:cNvSpPr txBox="1"/>
              <p:nvPr/>
            </p:nvSpPr>
            <p:spPr>
              <a:xfrm>
                <a:off x="2441467" y="736469"/>
                <a:ext cx="108234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consumer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B1695EAA-A828-5021-53A7-E70CC27C9465}"/>
                </a:ext>
              </a:extLst>
            </p:cNvPr>
            <p:cNvGrpSpPr/>
            <p:nvPr/>
          </p:nvGrpSpPr>
          <p:grpSpPr>
            <a:xfrm>
              <a:off x="244724" y="536141"/>
              <a:ext cx="1440000" cy="1440000"/>
              <a:chOff x="2255519" y="339635"/>
              <a:chExt cx="1440000" cy="1440000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4AF7794-0292-C335-77E5-CB860DFC13CD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73530B4-CB02-7670-7EF9-F3A9E7A04E94}"/>
                  </a:ext>
                </a:extLst>
              </p:cNvPr>
              <p:cNvSpPr txBox="1"/>
              <p:nvPr/>
            </p:nvSpPr>
            <p:spPr>
              <a:xfrm>
                <a:off x="2351702" y="876313"/>
                <a:ext cx="126188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Restaurants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B111764-4006-21EA-C2F1-DF96AA3B6627}"/>
                </a:ext>
              </a:extLst>
            </p:cNvPr>
            <p:cNvGrpSpPr/>
            <p:nvPr/>
          </p:nvGrpSpPr>
          <p:grpSpPr>
            <a:xfrm>
              <a:off x="3607752" y="523121"/>
              <a:ext cx="1440000" cy="1440000"/>
              <a:chOff x="2255519" y="339635"/>
              <a:chExt cx="1440000" cy="1440000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DAB35C3D-C4A1-FED0-6DB3-6983F739F153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EE11FDF-3504-E338-31F7-FFD5F37C3240}"/>
                  </a:ext>
                </a:extLst>
              </p:cNvPr>
              <p:cNvSpPr txBox="1"/>
              <p:nvPr/>
            </p:nvSpPr>
            <p:spPr>
              <a:xfrm>
                <a:off x="2473532" y="876313"/>
                <a:ext cx="10182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Auctions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8E98B898-A6E4-1BF1-0BE2-98ABFFA89FCB}"/>
                </a:ext>
              </a:extLst>
            </p:cNvPr>
            <p:cNvGrpSpPr/>
            <p:nvPr/>
          </p:nvGrpSpPr>
          <p:grpSpPr>
            <a:xfrm>
              <a:off x="1864688" y="4216303"/>
              <a:ext cx="1440001" cy="1440000"/>
              <a:chOff x="2255519" y="339635"/>
              <a:chExt cx="1802202" cy="1440000"/>
            </a:xfrm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AEC12A48-0805-3190-A678-C1169904912D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486F242-F97D-9433-5EA3-55972C16452E}"/>
                  </a:ext>
                </a:extLst>
              </p:cNvPr>
              <p:cNvSpPr txBox="1"/>
              <p:nvPr/>
            </p:nvSpPr>
            <p:spPr>
              <a:xfrm>
                <a:off x="2493138" y="783041"/>
                <a:ext cx="136261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Fishers &amp;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families</a:t>
                </a: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FCAA3FF1-0243-B01D-8087-43237EEBC7AA}"/>
                </a:ext>
              </a:extLst>
            </p:cNvPr>
            <p:cNvGrpSpPr/>
            <p:nvPr/>
          </p:nvGrpSpPr>
          <p:grpSpPr>
            <a:xfrm>
              <a:off x="1860062" y="5878797"/>
              <a:ext cx="1440001" cy="1440000"/>
              <a:chOff x="2255519" y="339635"/>
              <a:chExt cx="1802202" cy="1440000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5D49107-8065-1DB9-86F2-CA071D326284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703FF9-DAA2-09A8-AC3F-2695D97D1944}"/>
                  </a:ext>
                </a:extLst>
              </p:cNvPr>
              <p:cNvSpPr txBox="1"/>
              <p:nvPr/>
            </p:nvSpPr>
            <p:spPr>
              <a:xfrm>
                <a:off x="2400415" y="736469"/>
                <a:ext cx="154718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Fishing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community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EFB86FC9-1FC6-7C33-2241-45632F4C1E82}"/>
                </a:ext>
              </a:extLst>
            </p:cNvPr>
            <p:cNvGrpSpPr/>
            <p:nvPr/>
          </p:nvGrpSpPr>
          <p:grpSpPr>
            <a:xfrm>
              <a:off x="8684763" y="2444798"/>
              <a:ext cx="1440001" cy="1440000"/>
              <a:chOff x="2255519" y="339635"/>
              <a:chExt cx="1802202" cy="1440000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A0A308EE-BEAE-970C-CECF-3D849A8EBAD5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4FBA090-722E-BFF5-AAFB-59B59C5C7EE2}"/>
                  </a:ext>
                </a:extLst>
              </p:cNvPr>
              <p:cNvSpPr txBox="1"/>
              <p:nvPr/>
            </p:nvSpPr>
            <p:spPr>
              <a:xfrm>
                <a:off x="2728094" y="873156"/>
                <a:ext cx="8570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ICES</a:t>
                </a: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086FFBD-D7CC-9FE4-226F-0CD7EAF734A8}"/>
                </a:ext>
              </a:extLst>
            </p:cNvPr>
            <p:cNvGrpSpPr/>
            <p:nvPr/>
          </p:nvGrpSpPr>
          <p:grpSpPr>
            <a:xfrm>
              <a:off x="8684761" y="523121"/>
              <a:ext cx="1440001" cy="1440000"/>
              <a:chOff x="2255519" y="339635"/>
              <a:chExt cx="1802202" cy="1440000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14F44B6-599E-D6E7-8629-B609ADF6ECB8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1C7DC2C3-6E92-A436-F720-5D3E74FF1D58}"/>
                  </a:ext>
                </a:extLst>
              </p:cNvPr>
              <p:cNvSpPr txBox="1"/>
              <p:nvPr/>
            </p:nvSpPr>
            <p:spPr>
              <a:xfrm>
                <a:off x="2451238" y="640737"/>
                <a:ext cx="1410763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Baltic Sea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Advisory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Council</a:t>
                </a:r>
              </a:p>
            </p:txBody>
          </p:sp>
        </p:grp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B08ECD40-B25B-93CF-434E-29371246543A}"/>
                </a:ext>
              </a:extLst>
            </p:cNvPr>
            <p:cNvCxnSpPr>
              <a:cxnSpLocks/>
              <a:stCxn id="121" idx="6"/>
              <a:endCxn id="119" idx="1"/>
            </p:cNvCxnSpPr>
            <p:nvPr/>
          </p:nvCxnSpPr>
          <p:spPr>
            <a:xfrm>
              <a:off x="1640174" y="3164800"/>
              <a:ext cx="252651" cy="1344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E8554657-9717-05F6-3626-9550A27A78DF}"/>
                </a:ext>
              </a:extLst>
            </p:cNvPr>
            <p:cNvCxnSpPr>
              <a:cxnSpLocks/>
              <a:stCxn id="115" idx="2"/>
              <a:endCxn id="119" idx="3"/>
            </p:cNvCxnSpPr>
            <p:nvPr/>
          </p:nvCxnSpPr>
          <p:spPr>
            <a:xfrm flipH="1" flipV="1">
              <a:off x="3347069" y="3166144"/>
              <a:ext cx="258138" cy="2807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BA0867A0-58EC-94C8-D536-D5802D49B658}"/>
                </a:ext>
              </a:extLst>
            </p:cNvPr>
            <p:cNvCxnSpPr>
              <a:cxnSpLocks/>
              <a:stCxn id="112" idx="2"/>
              <a:endCxn id="116" idx="3"/>
            </p:cNvCxnSpPr>
            <p:nvPr/>
          </p:nvCxnSpPr>
          <p:spPr>
            <a:xfrm flipH="1">
              <a:off x="5033242" y="3164799"/>
              <a:ext cx="257930" cy="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D99F518-8F22-8538-A62D-015B991C91A2}"/>
                </a:ext>
              </a:extLst>
            </p:cNvPr>
            <p:cNvCxnSpPr>
              <a:cxnSpLocks/>
              <a:stCxn id="103" idx="2"/>
              <a:endCxn id="112" idx="6"/>
            </p:cNvCxnSpPr>
            <p:nvPr/>
          </p:nvCxnSpPr>
          <p:spPr>
            <a:xfrm flipH="1">
              <a:off x="6731172" y="3164798"/>
              <a:ext cx="341031" cy="1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35D8E901-0BC1-2D6F-18D0-0FB64AC95EF7}"/>
                </a:ext>
              </a:extLst>
            </p:cNvPr>
            <p:cNvCxnSpPr>
              <a:cxnSpLocks/>
              <a:stCxn id="127" idx="2"/>
              <a:endCxn id="124" idx="6"/>
            </p:cNvCxnSpPr>
            <p:nvPr/>
          </p:nvCxnSpPr>
          <p:spPr>
            <a:xfrm flipH="1">
              <a:off x="1684724" y="1243121"/>
              <a:ext cx="1923028" cy="1302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Curved Connector 162">
              <a:extLst>
                <a:ext uri="{FF2B5EF4-FFF2-40B4-BE49-F238E27FC236}">
                  <a16:creationId xmlns:a16="http://schemas.microsoft.com/office/drawing/2014/main" id="{66DC9A37-D804-B486-DDC4-4D10278654C3}"/>
                </a:ext>
              </a:extLst>
            </p:cNvPr>
            <p:cNvCxnSpPr>
              <a:cxnSpLocks/>
              <a:stCxn id="124" idx="0"/>
              <a:endCxn id="131" idx="0"/>
            </p:cNvCxnSpPr>
            <p:nvPr/>
          </p:nvCxnSpPr>
          <p:spPr>
            <a:xfrm rot="5400000" flipH="1" flipV="1">
              <a:off x="3478843" y="-1990998"/>
              <a:ext cx="13020" cy="5041258"/>
            </a:xfrm>
            <a:prstGeom prst="curvedConnector3">
              <a:avLst>
                <a:gd name="adj1" fmla="val 185576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Curved Connector 165">
              <a:extLst>
                <a:ext uri="{FF2B5EF4-FFF2-40B4-BE49-F238E27FC236}">
                  <a16:creationId xmlns:a16="http://schemas.microsoft.com/office/drawing/2014/main" id="{945E0851-F72D-222A-B606-21A212DABF2D}"/>
                </a:ext>
              </a:extLst>
            </p:cNvPr>
            <p:cNvCxnSpPr>
              <a:cxnSpLocks/>
              <a:stCxn id="124" idx="6"/>
              <a:endCxn id="118" idx="0"/>
            </p:cNvCxnSpPr>
            <p:nvPr/>
          </p:nvCxnSpPr>
          <p:spPr>
            <a:xfrm>
              <a:off x="1684724" y="1256141"/>
              <a:ext cx="928101" cy="1188659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Curved Connector 168">
              <a:extLst>
                <a:ext uri="{FF2B5EF4-FFF2-40B4-BE49-F238E27FC236}">
                  <a16:creationId xmlns:a16="http://schemas.microsoft.com/office/drawing/2014/main" id="{8727C6E3-8622-48D1-1D76-18C8224DEC1B}"/>
                </a:ext>
              </a:extLst>
            </p:cNvPr>
            <p:cNvCxnSpPr>
              <a:cxnSpLocks/>
              <a:stCxn id="127" idx="2"/>
              <a:endCxn id="118" idx="0"/>
            </p:cNvCxnSpPr>
            <p:nvPr/>
          </p:nvCxnSpPr>
          <p:spPr>
            <a:xfrm rot="10800000" flipV="1">
              <a:off x="2612826" y="1243120"/>
              <a:ext cx="994927" cy="1201679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urved Connector 171">
              <a:extLst>
                <a:ext uri="{FF2B5EF4-FFF2-40B4-BE49-F238E27FC236}">
                  <a16:creationId xmlns:a16="http://schemas.microsoft.com/office/drawing/2014/main" id="{D60C7FD0-572B-150B-76CB-F210128B46BA}"/>
                </a:ext>
              </a:extLst>
            </p:cNvPr>
            <p:cNvCxnSpPr>
              <a:cxnSpLocks/>
              <a:stCxn id="127" idx="4"/>
              <a:endCxn id="115" idx="0"/>
            </p:cNvCxnSpPr>
            <p:nvPr/>
          </p:nvCxnSpPr>
          <p:spPr>
            <a:xfrm rot="5400000">
              <a:off x="4083565" y="2204764"/>
              <a:ext cx="485830" cy="2545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Curved Connector 174">
              <a:extLst>
                <a:ext uri="{FF2B5EF4-FFF2-40B4-BE49-F238E27FC236}">
                  <a16:creationId xmlns:a16="http://schemas.microsoft.com/office/drawing/2014/main" id="{7E5B29E9-5018-F470-0442-3C906CFAC503}"/>
                </a:ext>
              </a:extLst>
            </p:cNvPr>
            <p:cNvCxnSpPr>
              <a:cxnSpLocks/>
              <a:stCxn id="124" idx="0"/>
              <a:endCxn id="103" idx="0"/>
            </p:cNvCxnSpPr>
            <p:nvPr/>
          </p:nvCxnSpPr>
          <p:spPr>
            <a:xfrm rot="16200000" flipH="1">
              <a:off x="3424134" y="-1923270"/>
              <a:ext cx="1908657" cy="6827479"/>
            </a:xfrm>
            <a:prstGeom prst="curvedConnector3">
              <a:avLst>
                <a:gd name="adj1" fmla="val -29666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14194B96-CD77-8E5F-C761-253C66DEA582}"/>
                </a:ext>
              </a:extLst>
            </p:cNvPr>
            <p:cNvCxnSpPr>
              <a:cxnSpLocks/>
              <a:stCxn id="112" idx="0"/>
              <a:endCxn id="131" idx="4"/>
            </p:cNvCxnSpPr>
            <p:nvPr/>
          </p:nvCxnSpPr>
          <p:spPr>
            <a:xfrm flipH="1" flipV="1">
              <a:off x="6005982" y="1963121"/>
              <a:ext cx="5190" cy="481678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Curved Connector 187">
              <a:extLst>
                <a:ext uri="{FF2B5EF4-FFF2-40B4-BE49-F238E27FC236}">
                  <a16:creationId xmlns:a16="http://schemas.microsoft.com/office/drawing/2014/main" id="{D9748466-31F6-1BD4-5F2F-E880A0D72DB6}"/>
                </a:ext>
              </a:extLst>
            </p:cNvPr>
            <p:cNvCxnSpPr>
              <a:cxnSpLocks/>
              <a:stCxn id="115" idx="0"/>
              <a:endCxn id="143" idx="2"/>
            </p:cNvCxnSpPr>
            <p:nvPr/>
          </p:nvCxnSpPr>
          <p:spPr>
            <a:xfrm rot="5400000" flipH="1" flipV="1">
              <a:off x="5902069" y="-333741"/>
              <a:ext cx="1205830" cy="4359554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Curved Connector 193">
              <a:extLst>
                <a:ext uri="{FF2B5EF4-FFF2-40B4-BE49-F238E27FC236}">
                  <a16:creationId xmlns:a16="http://schemas.microsoft.com/office/drawing/2014/main" id="{B8A2BD97-97B5-B4C1-CD33-8F5BB6ADB9A1}"/>
                </a:ext>
              </a:extLst>
            </p:cNvPr>
            <p:cNvCxnSpPr>
              <a:cxnSpLocks/>
              <a:stCxn id="103" idx="4"/>
              <a:endCxn id="20" idx="2"/>
            </p:cNvCxnSpPr>
            <p:nvPr/>
          </p:nvCxnSpPr>
          <p:spPr>
            <a:xfrm rot="16200000" flipH="1">
              <a:off x="7527862" y="4149138"/>
              <a:ext cx="1421242" cy="892561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E72E3B00-5BCB-C516-77A3-FBB5AE2453C4}"/>
                </a:ext>
              </a:extLst>
            </p:cNvPr>
            <p:cNvGrpSpPr/>
            <p:nvPr/>
          </p:nvGrpSpPr>
          <p:grpSpPr>
            <a:xfrm>
              <a:off x="10367664" y="2439166"/>
              <a:ext cx="1440001" cy="1440000"/>
              <a:chOff x="2255519" y="339635"/>
              <a:chExt cx="1802202" cy="1440000"/>
            </a:xfrm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A82240B0-24F0-B0C2-E0B8-27E9CD323473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802202" cy="1440000"/>
              </a:xfrm>
              <a:prstGeom prst="ellipse">
                <a:avLst/>
              </a:prstGeom>
              <a:noFill/>
              <a:ln w="571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EC61891C-0D2B-3A59-03A6-9DFEFFD3807F}"/>
                  </a:ext>
                </a:extLst>
              </p:cNvPr>
              <p:cNvSpPr txBox="1"/>
              <p:nvPr/>
            </p:nvSpPr>
            <p:spPr>
              <a:xfrm>
                <a:off x="2669129" y="851762"/>
                <a:ext cx="98544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eNGO</a:t>
                </a:r>
              </a:p>
            </p:txBody>
          </p:sp>
        </p:grpSp>
        <p:cxnSp>
          <p:nvCxnSpPr>
            <p:cNvPr id="201" name="Curved Connector 200">
              <a:extLst>
                <a:ext uri="{FF2B5EF4-FFF2-40B4-BE49-F238E27FC236}">
                  <a16:creationId xmlns:a16="http://schemas.microsoft.com/office/drawing/2014/main" id="{729AD6D8-31C8-6CFE-241B-A9AC1F1ECD38}"/>
                </a:ext>
              </a:extLst>
            </p:cNvPr>
            <p:cNvCxnSpPr>
              <a:cxnSpLocks/>
              <a:stCxn id="121" idx="4"/>
              <a:endCxn id="134" idx="2"/>
            </p:cNvCxnSpPr>
            <p:nvPr/>
          </p:nvCxnSpPr>
          <p:spPr>
            <a:xfrm rot="16200000" flipH="1">
              <a:off x="866680" y="3938294"/>
              <a:ext cx="1051503" cy="944514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Curved Connector 203">
              <a:extLst>
                <a:ext uri="{FF2B5EF4-FFF2-40B4-BE49-F238E27FC236}">
                  <a16:creationId xmlns:a16="http://schemas.microsoft.com/office/drawing/2014/main" id="{E294775A-FA4A-E3E8-4294-C0B198618219}"/>
                </a:ext>
              </a:extLst>
            </p:cNvPr>
            <p:cNvCxnSpPr>
              <a:cxnSpLocks/>
              <a:stCxn id="134" idx="4"/>
              <a:endCxn id="137" idx="0"/>
            </p:cNvCxnSpPr>
            <p:nvPr/>
          </p:nvCxnSpPr>
          <p:spPr>
            <a:xfrm rot="5400000">
              <a:off x="2471129" y="5765237"/>
              <a:ext cx="222494" cy="4626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Curved Connector 207">
              <a:extLst>
                <a:ext uri="{FF2B5EF4-FFF2-40B4-BE49-F238E27FC236}">
                  <a16:creationId xmlns:a16="http://schemas.microsoft.com/office/drawing/2014/main" id="{207BD728-A4D1-9841-CF26-46A5204EAF47}"/>
                </a:ext>
              </a:extLst>
            </p:cNvPr>
            <p:cNvCxnSpPr>
              <a:cxnSpLocks/>
              <a:stCxn id="134" idx="6"/>
              <a:endCxn id="143" idx="2"/>
            </p:cNvCxnSpPr>
            <p:nvPr/>
          </p:nvCxnSpPr>
          <p:spPr>
            <a:xfrm flipV="1">
              <a:off x="3304689" y="1243121"/>
              <a:ext cx="5380072" cy="3693182"/>
            </a:xfrm>
            <a:prstGeom prst="curvedConnector3">
              <a:avLst>
                <a:gd name="adj1" fmla="val 66735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Curved Connector 211">
              <a:extLst>
                <a:ext uri="{FF2B5EF4-FFF2-40B4-BE49-F238E27FC236}">
                  <a16:creationId xmlns:a16="http://schemas.microsoft.com/office/drawing/2014/main" id="{819B1A3C-D0DC-BEEB-629B-3C5FF542CE36}"/>
                </a:ext>
              </a:extLst>
            </p:cNvPr>
            <p:cNvCxnSpPr>
              <a:cxnSpLocks/>
              <a:stCxn id="103" idx="4"/>
              <a:endCxn id="109" idx="6"/>
            </p:cNvCxnSpPr>
            <p:nvPr/>
          </p:nvCxnSpPr>
          <p:spPr>
            <a:xfrm rot="5400000">
              <a:off x="6604806" y="4133977"/>
              <a:ext cx="1436577" cy="938218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Curved Connector 214">
              <a:extLst>
                <a:ext uri="{FF2B5EF4-FFF2-40B4-BE49-F238E27FC236}">
                  <a16:creationId xmlns:a16="http://schemas.microsoft.com/office/drawing/2014/main" id="{2D4BF889-1F1E-AAC7-0BFA-7A01B8A02D28}"/>
                </a:ext>
              </a:extLst>
            </p:cNvPr>
            <p:cNvCxnSpPr>
              <a:cxnSpLocks/>
              <a:stCxn id="106" idx="0"/>
              <a:endCxn id="109" idx="6"/>
            </p:cNvCxnSpPr>
            <p:nvPr/>
          </p:nvCxnSpPr>
          <p:spPr>
            <a:xfrm rot="16200000" flipV="1">
              <a:off x="7015206" y="5160155"/>
              <a:ext cx="557421" cy="879861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Curved Connector 218">
              <a:extLst>
                <a:ext uri="{FF2B5EF4-FFF2-40B4-BE49-F238E27FC236}">
                  <a16:creationId xmlns:a16="http://schemas.microsoft.com/office/drawing/2014/main" id="{A8BE0D6B-126D-4A90-C73E-331F1B3E3EC4}"/>
                </a:ext>
              </a:extLst>
            </p:cNvPr>
            <p:cNvCxnSpPr>
              <a:cxnSpLocks/>
              <a:stCxn id="20" idx="2"/>
              <a:endCxn id="106" idx="0"/>
            </p:cNvCxnSpPr>
            <p:nvPr/>
          </p:nvCxnSpPr>
          <p:spPr>
            <a:xfrm rot="10800000" flipV="1">
              <a:off x="7733846" y="5306040"/>
              <a:ext cx="950918" cy="572756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Curved Connector 224">
              <a:extLst>
                <a:ext uri="{FF2B5EF4-FFF2-40B4-BE49-F238E27FC236}">
                  <a16:creationId xmlns:a16="http://schemas.microsoft.com/office/drawing/2014/main" id="{F13D643E-7001-27A9-685B-082431DF5FD2}"/>
                </a:ext>
              </a:extLst>
            </p:cNvPr>
            <p:cNvCxnSpPr>
              <a:cxnSpLocks/>
              <a:stCxn id="199" idx="4"/>
              <a:endCxn id="20" idx="6"/>
            </p:cNvCxnSpPr>
            <p:nvPr/>
          </p:nvCxnSpPr>
          <p:spPr>
            <a:xfrm rot="5400000">
              <a:off x="9892778" y="4111153"/>
              <a:ext cx="1426874" cy="962901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Curved Connector 231">
              <a:extLst>
                <a:ext uri="{FF2B5EF4-FFF2-40B4-BE49-F238E27FC236}">
                  <a16:creationId xmlns:a16="http://schemas.microsoft.com/office/drawing/2014/main" id="{529B758A-B279-E961-4F58-FE113DFAF931}"/>
                </a:ext>
              </a:extLst>
            </p:cNvPr>
            <p:cNvCxnSpPr>
              <a:cxnSpLocks/>
              <a:stCxn id="20" idx="4"/>
              <a:endCxn id="137" idx="4"/>
            </p:cNvCxnSpPr>
            <p:nvPr/>
          </p:nvCxnSpPr>
          <p:spPr>
            <a:xfrm rot="5400000">
              <a:off x="5346036" y="3260068"/>
              <a:ext cx="1292757" cy="6824701"/>
            </a:xfrm>
            <a:prstGeom prst="curvedConnector3">
              <a:avLst>
                <a:gd name="adj1" fmla="val 135094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4E65F2A-EA22-9E16-2860-B46854FC893F}"/>
                </a:ext>
              </a:extLst>
            </p:cNvPr>
            <p:cNvSpPr txBox="1"/>
            <p:nvPr/>
          </p:nvSpPr>
          <p:spPr>
            <a:xfrm>
              <a:off x="3718732" y="7561050"/>
              <a:ext cx="395492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Community identity through fish species</a:t>
              </a:r>
            </a:p>
          </p:txBody>
        </p:sp>
        <p:cxnSp>
          <p:nvCxnSpPr>
            <p:cNvPr id="237" name="Curved Connector 236">
              <a:extLst>
                <a:ext uri="{FF2B5EF4-FFF2-40B4-BE49-F238E27FC236}">
                  <a16:creationId xmlns:a16="http://schemas.microsoft.com/office/drawing/2014/main" id="{B276B8F0-0AB5-F66B-2C4A-41F46CC78555}"/>
                </a:ext>
              </a:extLst>
            </p:cNvPr>
            <p:cNvCxnSpPr>
              <a:cxnSpLocks/>
              <a:stCxn id="103" idx="4"/>
              <a:endCxn id="137" idx="5"/>
            </p:cNvCxnSpPr>
            <p:nvPr/>
          </p:nvCxnSpPr>
          <p:spPr>
            <a:xfrm rot="5400000">
              <a:off x="3829134" y="3144845"/>
              <a:ext cx="3223116" cy="4703023"/>
            </a:xfrm>
            <a:prstGeom prst="curvedConnector3">
              <a:avLst>
                <a:gd name="adj1" fmla="val 9574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547479BA-41A1-0919-2588-627FAEB228A5}"/>
                </a:ext>
              </a:extLst>
            </p:cNvPr>
            <p:cNvSpPr txBox="1"/>
            <p:nvPr/>
          </p:nvSpPr>
          <p:spPr>
            <a:xfrm>
              <a:off x="4299253" y="6697598"/>
              <a:ext cx="205056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Community identity</a:t>
              </a:r>
            </a:p>
          </p:txBody>
        </p:sp>
        <p:cxnSp>
          <p:nvCxnSpPr>
            <p:cNvPr id="248" name="Curved Connector 247">
              <a:extLst>
                <a:ext uri="{FF2B5EF4-FFF2-40B4-BE49-F238E27FC236}">
                  <a16:creationId xmlns:a16="http://schemas.microsoft.com/office/drawing/2014/main" id="{18B719A1-7546-19C8-A53D-7954FB5A24C0}"/>
                </a:ext>
              </a:extLst>
            </p:cNvPr>
            <p:cNvCxnSpPr>
              <a:cxnSpLocks/>
              <a:stCxn id="143" idx="6"/>
              <a:endCxn id="199" idx="0"/>
            </p:cNvCxnSpPr>
            <p:nvPr/>
          </p:nvCxnSpPr>
          <p:spPr>
            <a:xfrm>
              <a:off x="10124762" y="1243121"/>
              <a:ext cx="962903" cy="1196045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344B48CE-EF3D-CA75-B1FF-51D999591FDC}"/>
                </a:ext>
              </a:extLst>
            </p:cNvPr>
            <p:cNvCxnSpPr>
              <a:cxnSpLocks/>
              <a:stCxn id="199" idx="2"/>
              <a:endCxn id="140" idx="6"/>
            </p:cNvCxnSpPr>
            <p:nvPr/>
          </p:nvCxnSpPr>
          <p:spPr>
            <a:xfrm flipH="1">
              <a:off x="10124764" y="3159166"/>
              <a:ext cx="242900" cy="563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325CB9A9-D1BB-7504-ABDF-6BE3A53CD4C9}"/>
                </a:ext>
              </a:extLst>
            </p:cNvPr>
            <p:cNvCxnSpPr>
              <a:cxnSpLocks/>
              <a:stCxn id="140" idx="0"/>
              <a:endCxn id="143" idx="4"/>
            </p:cNvCxnSpPr>
            <p:nvPr/>
          </p:nvCxnSpPr>
          <p:spPr>
            <a:xfrm flipH="1" flipV="1">
              <a:off x="9404762" y="1963121"/>
              <a:ext cx="2" cy="481677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91E26790-57C7-0C61-B4CC-E846927C58C1}"/>
                </a:ext>
              </a:extLst>
            </p:cNvPr>
            <p:cNvCxnSpPr>
              <a:cxnSpLocks/>
              <a:stCxn id="140" idx="4"/>
              <a:endCxn id="20" idx="0"/>
            </p:cNvCxnSpPr>
            <p:nvPr/>
          </p:nvCxnSpPr>
          <p:spPr>
            <a:xfrm>
              <a:off x="9404764" y="3884798"/>
              <a:ext cx="0" cy="70124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E311BB3-3C25-46B4-19FD-508E2B815F9D}"/>
                </a:ext>
              </a:extLst>
            </p:cNvPr>
            <p:cNvGrpSpPr/>
            <p:nvPr/>
          </p:nvGrpSpPr>
          <p:grpSpPr>
            <a:xfrm>
              <a:off x="5285982" y="523121"/>
              <a:ext cx="1440000" cy="1440000"/>
              <a:chOff x="2255519" y="339635"/>
              <a:chExt cx="1440000" cy="1440000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98C32D5D-3BF4-F4E4-AC0F-012DCDA8FAA0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8AD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553558E-7B14-91DE-D1E0-D3D156F9AD26}"/>
                  </a:ext>
                </a:extLst>
              </p:cNvPr>
              <p:cNvSpPr txBox="1"/>
              <p:nvPr/>
            </p:nvSpPr>
            <p:spPr>
              <a:xfrm>
                <a:off x="2312517" y="682814"/>
                <a:ext cx="1326004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Cooperation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owned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</a:p>
            </p:txBody>
          </p:sp>
        </p:grpSp>
        <p:cxnSp>
          <p:nvCxnSpPr>
            <p:cNvPr id="300" name="Curved Connector 299">
              <a:extLst>
                <a:ext uri="{FF2B5EF4-FFF2-40B4-BE49-F238E27FC236}">
                  <a16:creationId xmlns:a16="http://schemas.microsoft.com/office/drawing/2014/main" id="{3D82CCA7-1A07-EAE0-11A6-8B43399ABD6A}"/>
                </a:ext>
              </a:extLst>
            </p:cNvPr>
            <p:cNvCxnSpPr>
              <a:cxnSpLocks/>
              <a:stCxn id="134" idx="6"/>
              <a:endCxn id="109" idx="2"/>
            </p:cNvCxnSpPr>
            <p:nvPr/>
          </p:nvCxnSpPr>
          <p:spPr>
            <a:xfrm>
              <a:off x="3304689" y="4936303"/>
              <a:ext cx="2109295" cy="385072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3" name="Curved Connector 302">
              <a:extLst>
                <a:ext uri="{FF2B5EF4-FFF2-40B4-BE49-F238E27FC236}">
                  <a16:creationId xmlns:a16="http://schemas.microsoft.com/office/drawing/2014/main" id="{9A5F61E2-07F5-6A0E-D757-630AC9DD5C2C}"/>
                </a:ext>
              </a:extLst>
            </p:cNvPr>
            <p:cNvCxnSpPr>
              <a:cxnSpLocks/>
              <a:stCxn id="137" idx="6"/>
              <a:endCxn id="109" idx="2"/>
            </p:cNvCxnSpPr>
            <p:nvPr/>
          </p:nvCxnSpPr>
          <p:spPr>
            <a:xfrm flipV="1">
              <a:off x="3300063" y="5321375"/>
              <a:ext cx="2113921" cy="1277422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0297DB88-19AD-87C0-8034-1C716C00643A}"/>
                </a:ext>
              </a:extLst>
            </p:cNvPr>
            <p:cNvSpPr txBox="1"/>
            <p:nvPr/>
          </p:nvSpPr>
          <p:spPr>
            <a:xfrm>
              <a:off x="6034284" y="-151663"/>
              <a:ext cx="23584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Economic entities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5F039474-1502-2685-903F-FED92192D91F}"/>
                </a:ext>
              </a:extLst>
            </p:cNvPr>
            <p:cNvSpPr txBox="1"/>
            <p:nvPr/>
          </p:nvSpPr>
          <p:spPr>
            <a:xfrm>
              <a:off x="-211973" y="6924809"/>
              <a:ext cx="23584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 entities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355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67C3586-E3FF-5384-CF8D-EF4076B595F9}"/>
              </a:ext>
            </a:extLst>
          </p:cNvPr>
          <p:cNvGrpSpPr/>
          <p:nvPr/>
        </p:nvGrpSpPr>
        <p:grpSpPr>
          <a:xfrm>
            <a:off x="1686869" y="-180535"/>
            <a:ext cx="7710349" cy="7038534"/>
            <a:chOff x="1686869" y="-180535"/>
            <a:chExt cx="7710349" cy="7038534"/>
          </a:xfrm>
        </p:grpSpPr>
        <p:sp>
          <p:nvSpPr>
            <p:cNvPr id="101" name="Oval 37">
              <a:extLst>
                <a:ext uri="{FF2B5EF4-FFF2-40B4-BE49-F238E27FC236}">
                  <a16:creationId xmlns:a16="http://schemas.microsoft.com/office/drawing/2014/main" id="{1CED6DCB-8C97-C91B-B686-C79E52565661}"/>
                </a:ext>
              </a:extLst>
            </p:cNvPr>
            <p:cNvSpPr/>
            <p:nvPr/>
          </p:nvSpPr>
          <p:spPr>
            <a:xfrm>
              <a:off x="1686869" y="-168813"/>
              <a:ext cx="3756073" cy="7026812"/>
            </a:xfrm>
            <a:prstGeom prst="roundRect">
              <a:avLst/>
            </a:prstGeom>
            <a:noFill/>
            <a:ln w="571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F0C088-F791-C506-ACD6-FD9D2C26B1E2}"/>
                </a:ext>
              </a:extLst>
            </p:cNvPr>
            <p:cNvGrpSpPr/>
            <p:nvPr/>
          </p:nvGrpSpPr>
          <p:grpSpPr>
            <a:xfrm>
              <a:off x="3847874" y="-9405"/>
              <a:ext cx="1440000" cy="1440000"/>
              <a:chOff x="2255519" y="339635"/>
              <a:chExt cx="1440000" cy="1440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7E3D9A7-7B74-B75F-589E-6BEEBA577AB1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A094FC-1075-1AF9-DDA7-C830EC7CD528}"/>
                  </a:ext>
                </a:extLst>
              </p:cNvPr>
              <p:cNvSpPr txBox="1"/>
              <p:nvPr/>
            </p:nvSpPr>
            <p:spPr>
              <a:xfrm>
                <a:off x="2312519" y="874969"/>
                <a:ext cx="13260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Recruitment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A864930-7AB9-49E3-5D19-DE706E4509F2}"/>
                </a:ext>
              </a:extLst>
            </p:cNvPr>
            <p:cNvGrpSpPr/>
            <p:nvPr/>
          </p:nvGrpSpPr>
          <p:grpSpPr>
            <a:xfrm>
              <a:off x="1833087" y="2624594"/>
              <a:ext cx="1440000" cy="1440000"/>
              <a:chOff x="2255519" y="339635"/>
              <a:chExt cx="1440000" cy="1440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48327D8-10B7-91DC-0ACA-DBDB494DE0B8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9476F0-3765-5330-CCB9-4581951E93A1}"/>
                  </a:ext>
                </a:extLst>
              </p:cNvPr>
              <p:cNvSpPr txBox="1"/>
              <p:nvPr/>
            </p:nvSpPr>
            <p:spPr>
              <a:xfrm>
                <a:off x="2690825" y="874969"/>
                <a:ext cx="5693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3685AFA-CCBD-6D1C-7B95-52A52E7C4B5B}"/>
                </a:ext>
              </a:extLst>
            </p:cNvPr>
            <p:cNvGrpSpPr/>
            <p:nvPr/>
          </p:nvGrpSpPr>
          <p:grpSpPr>
            <a:xfrm>
              <a:off x="3847874" y="5036833"/>
              <a:ext cx="1440000" cy="1440000"/>
              <a:chOff x="2255519" y="339635"/>
              <a:chExt cx="1440000" cy="144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723EAC8-96EA-4B78-6AD0-4EBC47B91DBD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4AC85C-71BE-7D43-47C5-3DA886AD6C3E}"/>
                  </a:ext>
                </a:extLst>
              </p:cNvPr>
              <p:cNvSpPr txBox="1"/>
              <p:nvPr/>
            </p:nvSpPr>
            <p:spPr>
              <a:xfrm>
                <a:off x="2363812" y="736469"/>
                <a:ext cx="122341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Prey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availability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17CA468-0802-D66A-0700-03378303FDFA}"/>
                </a:ext>
              </a:extLst>
            </p:cNvPr>
            <p:cNvGrpSpPr/>
            <p:nvPr/>
          </p:nvGrpSpPr>
          <p:grpSpPr>
            <a:xfrm>
              <a:off x="1833088" y="5036833"/>
              <a:ext cx="1440000" cy="1440000"/>
              <a:chOff x="2255519" y="339635"/>
              <a:chExt cx="1440000" cy="144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7E38F5B-B7EE-EA28-4FE2-CE9A8F38D50F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98D67F-498F-E95B-FB23-27C684B4737F}"/>
                  </a:ext>
                </a:extLst>
              </p:cNvPr>
              <p:cNvSpPr txBox="1"/>
              <p:nvPr/>
            </p:nvSpPr>
            <p:spPr>
              <a:xfrm>
                <a:off x="2357400" y="637993"/>
                <a:ext cx="1236236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Baltic Sea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community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7EC1D67-8068-ADD5-4B74-92BB9653CE6B}"/>
                </a:ext>
              </a:extLst>
            </p:cNvPr>
            <p:cNvGrpSpPr/>
            <p:nvPr/>
          </p:nvGrpSpPr>
          <p:grpSpPr>
            <a:xfrm>
              <a:off x="1834046" y="-9405"/>
              <a:ext cx="1440000" cy="1440000"/>
              <a:chOff x="2255519" y="339635"/>
              <a:chExt cx="1440000" cy="1440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BA3BE19-6F49-EC96-985F-1AFAA13EC25D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3079C3-59F4-78E8-CD9A-BBC837E7776F}"/>
                  </a:ext>
                </a:extLst>
              </p:cNvPr>
              <p:cNvSpPr txBox="1"/>
              <p:nvPr/>
            </p:nvSpPr>
            <p:spPr>
              <a:xfrm>
                <a:off x="2447173" y="874969"/>
                <a:ext cx="10567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Predators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F68EF83-174D-AC92-DA9B-B7FA05882DA2}"/>
                </a:ext>
              </a:extLst>
            </p:cNvPr>
            <p:cNvGrpSpPr/>
            <p:nvPr/>
          </p:nvGrpSpPr>
          <p:grpSpPr>
            <a:xfrm>
              <a:off x="5873523" y="0"/>
              <a:ext cx="1440000" cy="1440000"/>
              <a:chOff x="2255519" y="339635"/>
              <a:chExt cx="1440000" cy="144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7D26ED0-E163-1966-4264-5FF9CDB15F0A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23E515-F61A-C38B-5203-344E96068734}"/>
                  </a:ext>
                </a:extLst>
              </p:cNvPr>
              <p:cNvSpPr txBox="1"/>
              <p:nvPr/>
            </p:nvSpPr>
            <p:spPr>
              <a:xfrm>
                <a:off x="2301328" y="874969"/>
                <a:ext cx="13483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907F95-8E23-E5A3-A9A7-FD2B4C714E20}"/>
                </a:ext>
              </a:extLst>
            </p:cNvPr>
            <p:cNvGrpSpPr/>
            <p:nvPr/>
          </p:nvGrpSpPr>
          <p:grpSpPr>
            <a:xfrm>
              <a:off x="7803141" y="1673456"/>
              <a:ext cx="1440000" cy="1440000"/>
              <a:chOff x="2255519" y="339635"/>
              <a:chExt cx="1440000" cy="144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D4D470-EC2B-E9EB-6133-EC90C20ECE69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D414C2-4C18-64CA-72FF-062BB0D2C51C}"/>
                  </a:ext>
                </a:extLst>
              </p:cNvPr>
              <p:cNvSpPr txBox="1"/>
              <p:nvPr/>
            </p:nvSpPr>
            <p:spPr>
              <a:xfrm>
                <a:off x="2517701" y="736469"/>
                <a:ext cx="91563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Climate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87BEDC4-2D1C-7741-98A1-31C432EE866C}"/>
                </a:ext>
              </a:extLst>
            </p:cNvPr>
            <p:cNvGrpSpPr/>
            <p:nvPr/>
          </p:nvGrpSpPr>
          <p:grpSpPr>
            <a:xfrm>
              <a:off x="5873523" y="1679353"/>
              <a:ext cx="1440000" cy="1440000"/>
              <a:chOff x="2255519" y="339635"/>
              <a:chExt cx="1440000" cy="144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C0F05D5-9D83-24A3-0585-5748DED490AC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9E750A-949D-56BA-992D-A5F8927F5228}"/>
                  </a:ext>
                </a:extLst>
              </p:cNvPr>
              <p:cNvSpPr txBox="1"/>
              <p:nvPr/>
            </p:nvSpPr>
            <p:spPr>
              <a:xfrm>
                <a:off x="2524115" y="874969"/>
                <a:ext cx="9028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Salinity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D54F0F6-8256-404A-6496-7A7F155960D6}"/>
                </a:ext>
              </a:extLst>
            </p:cNvPr>
            <p:cNvGrpSpPr/>
            <p:nvPr/>
          </p:nvGrpSpPr>
          <p:grpSpPr>
            <a:xfrm>
              <a:off x="5870539" y="3393875"/>
              <a:ext cx="1440000" cy="1440000"/>
              <a:chOff x="2255519" y="339635"/>
              <a:chExt cx="1440000" cy="1440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F545872-4864-D113-577F-86137F0BC56B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BF8110-01ED-539B-7DBA-E1FF3F54873B}"/>
                  </a:ext>
                </a:extLst>
              </p:cNvPr>
              <p:cNvSpPr txBox="1"/>
              <p:nvPr/>
            </p:nvSpPr>
            <p:spPr>
              <a:xfrm>
                <a:off x="2517704" y="874969"/>
                <a:ext cx="91563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Oxygen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E68E22-8D32-6355-4B2F-61F8B154DF06}"/>
                </a:ext>
              </a:extLst>
            </p:cNvPr>
            <p:cNvGrpSpPr/>
            <p:nvPr/>
          </p:nvGrpSpPr>
          <p:grpSpPr>
            <a:xfrm>
              <a:off x="5870539" y="5036832"/>
              <a:ext cx="1440000" cy="1440000"/>
              <a:chOff x="2255519" y="339635"/>
              <a:chExt cx="1440000" cy="14400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6DF1C5B-8E81-B388-A201-183B9DEC5AF6}"/>
                  </a:ext>
                </a:extLst>
              </p:cNvPr>
              <p:cNvSpPr/>
              <p:nvPr/>
            </p:nvSpPr>
            <p:spPr>
              <a:xfrm>
                <a:off x="2255519" y="339635"/>
                <a:ext cx="1440000" cy="144000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D255AC-BEC5-8FBF-7F30-5BEA0D53E68C}"/>
                  </a:ext>
                </a:extLst>
              </p:cNvPr>
              <p:cNvSpPr txBox="1"/>
              <p:nvPr/>
            </p:nvSpPr>
            <p:spPr>
              <a:xfrm>
                <a:off x="2459997" y="874969"/>
                <a:ext cx="103105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Pollution</a:t>
                </a:r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B457520-D6A6-7CD7-347F-72457BA27F29}"/>
                </a:ext>
              </a:extLst>
            </p:cNvPr>
            <p:cNvSpPr/>
            <p:nvPr/>
          </p:nvSpPr>
          <p:spPr>
            <a:xfrm>
              <a:off x="5641145" y="-180535"/>
              <a:ext cx="3756073" cy="7026812"/>
            </a:xfrm>
            <a:prstGeom prst="roundRect">
              <a:avLst/>
            </a:pr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961A209-2C55-06D1-BFE9-F11E540C4D43}"/>
                </a:ext>
              </a:extLst>
            </p:cNvPr>
            <p:cNvSpPr txBox="1"/>
            <p:nvPr/>
          </p:nvSpPr>
          <p:spPr>
            <a:xfrm>
              <a:off x="6389351" y="6465107"/>
              <a:ext cx="23584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entities</a:t>
              </a:r>
            </a:p>
          </p:txBody>
        </p:sp>
        <p:cxnSp>
          <p:nvCxnSpPr>
            <p:cNvPr id="42" name="Curved Connector 41">
              <a:extLst>
                <a:ext uri="{FF2B5EF4-FFF2-40B4-BE49-F238E27FC236}">
                  <a16:creationId xmlns:a16="http://schemas.microsoft.com/office/drawing/2014/main" id="{B59DCABF-410C-0D40-5D6D-A8568F087C9E}"/>
                </a:ext>
              </a:extLst>
            </p:cNvPr>
            <p:cNvCxnSpPr>
              <a:cxnSpLocks/>
              <a:stCxn id="38" idx="1"/>
              <a:endCxn id="8" idx="6"/>
            </p:cNvCxnSpPr>
            <p:nvPr/>
          </p:nvCxnSpPr>
          <p:spPr>
            <a:xfrm rot="10800000" flipV="1">
              <a:off x="3273087" y="3332870"/>
              <a:ext cx="2368058" cy="11723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urved Connector 44">
              <a:extLst>
                <a:ext uri="{FF2B5EF4-FFF2-40B4-BE49-F238E27FC236}">
                  <a16:creationId xmlns:a16="http://schemas.microsoft.com/office/drawing/2014/main" id="{77B49BB4-F5EE-9EA2-8393-A907EFB12972}"/>
                </a:ext>
              </a:extLst>
            </p:cNvPr>
            <p:cNvCxnSpPr>
              <a:cxnSpLocks/>
              <a:stCxn id="5" idx="4"/>
              <a:endCxn id="8" idx="6"/>
            </p:cNvCxnSpPr>
            <p:nvPr/>
          </p:nvCxnSpPr>
          <p:spPr>
            <a:xfrm rot="5400000">
              <a:off x="2963482" y="1740201"/>
              <a:ext cx="1913999" cy="1294787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urved Connector 47">
              <a:extLst>
                <a:ext uri="{FF2B5EF4-FFF2-40B4-BE49-F238E27FC236}">
                  <a16:creationId xmlns:a16="http://schemas.microsoft.com/office/drawing/2014/main" id="{FC4E1269-7025-3894-F0CC-27503AFF503A}"/>
                </a:ext>
              </a:extLst>
            </p:cNvPr>
            <p:cNvCxnSpPr>
              <a:cxnSpLocks/>
              <a:stCxn id="5" idx="4"/>
              <a:endCxn id="11" idx="0"/>
            </p:cNvCxnSpPr>
            <p:nvPr/>
          </p:nvCxnSpPr>
          <p:spPr>
            <a:xfrm rot="5400000">
              <a:off x="2764755" y="3233714"/>
              <a:ext cx="3606238" cy="12700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C28FB943-A39A-D419-31AC-4F16A6B00D39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rot="16200000" flipV="1">
              <a:off x="3074362" y="3543320"/>
              <a:ext cx="1692239" cy="1294787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5EA877F4-5C73-2FC4-B4E4-58709BA687AE}"/>
                </a:ext>
              </a:extLst>
            </p:cNvPr>
            <p:cNvCxnSpPr>
              <a:cxnSpLocks/>
              <a:stCxn id="38" idx="1"/>
              <a:endCxn id="5" idx="4"/>
            </p:cNvCxnSpPr>
            <p:nvPr/>
          </p:nvCxnSpPr>
          <p:spPr>
            <a:xfrm rot="10800000">
              <a:off x="4567875" y="1430595"/>
              <a:ext cx="1073271" cy="1902276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urved Connector 59">
              <a:extLst>
                <a:ext uri="{FF2B5EF4-FFF2-40B4-BE49-F238E27FC236}">
                  <a16:creationId xmlns:a16="http://schemas.microsoft.com/office/drawing/2014/main" id="{8E396DB1-FF08-2F8D-7B4E-5DC4D6FE4A38}"/>
                </a:ext>
              </a:extLst>
            </p:cNvPr>
            <p:cNvCxnSpPr>
              <a:cxnSpLocks/>
              <a:stCxn id="8" idx="4"/>
              <a:endCxn id="14" idx="0"/>
            </p:cNvCxnSpPr>
            <p:nvPr/>
          </p:nvCxnSpPr>
          <p:spPr>
            <a:xfrm rot="16200000" flipH="1">
              <a:off x="2066968" y="4550712"/>
              <a:ext cx="972239" cy="1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6C7492AF-F3BF-2A8F-F0DD-83651FF81F7B}"/>
                </a:ext>
              </a:extLst>
            </p:cNvPr>
            <p:cNvCxnSpPr>
              <a:cxnSpLocks/>
              <a:stCxn id="17" idx="6"/>
              <a:endCxn id="5" idx="2"/>
            </p:cNvCxnSpPr>
            <p:nvPr/>
          </p:nvCxnSpPr>
          <p:spPr>
            <a:xfrm>
              <a:off x="3274046" y="710595"/>
              <a:ext cx="573828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1C958398-EDFD-55DF-A6FD-F43D07E345E2}"/>
                </a:ext>
              </a:extLst>
            </p:cNvPr>
            <p:cNvCxnSpPr>
              <a:cxnSpLocks/>
              <a:stCxn id="17" idx="4"/>
              <a:endCxn id="8" idx="0"/>
            </p:cNvCxnSpPr>
            <p:nvPr/>
          </p:nvCxnSpPr>
          <p:spPr>
            <a:xfrm rot="5400000">
              <a:off x="1956568" y="2027115"/>
              <a:ext cx="1193999" cy="959"/>
            </a:xfrm>
            <a:prstGeom prst="curved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Curved Connector 79">
              <a:extLst>
                <a:ext uri="{FF2B5EF4-FFF2-40B4-BE49-F238E27FC236}">
                  <a16:creationId xmlns:a16="http://schemas.microsoft.com/office/drawing/2014/main" id="{8C1AFCCA-B9C8-4B1A-A9D8-F76D2BB02000}"/>
                </a:ext>
              </a:extLst>
            </p:cNvPr>
            <p:cNvCxnSpPr>
              <a:cxnSpLocks/>
              <a:stCxn id="38" idx="1"/>
              <a:endCxn id="11" idx="0"/>
            </p:cNvCxnSpPr>
            <p:nvPr/>
          </p:nvCxnSpPr>
          <p:spPr>
            <a:xfrm rot="10800000" flipV="1">
              <a:off x="4567875" y="3332871"/>
              <a:ext cx="1073271" cy="1703962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urved Connector 87">
              <a:extLst>
                <a:ext uri="{FF2B5EF4-FFF2-40B4-BE49-F238E27FC236}">
                  <a16:creationId xmlns:a16="http://schemas.microsoft.com/office/drawing/2014/main" id="{65DFE82E-8266-5376-C5F0-2B44056EC4DF}"/>
                </a:ext>
              </a:extLst>
            </p:cNvPr>
            <p:cNvCxnSpPr>
              <a:cxnSpLocks/>
              <a:stCxn id="23" idx="2"/>
              <a:endCxn id="20" idx="6"/>
            </p:cNvCxnSpPr>
            <p:nvPr/>
          </p:nvCxnSpPr>
          <p:spPr>
            <a:xfrm rot="10800000">
              <a:off x="7313523" y="720000"/>
              <a:ext cx="489618" cy="1673456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urved Connector 90">
              <a:extLst>
                <a:ext uri="{FF2B5EF4-FFF2-40B4-BE49-F238E27FC236}">
                  <a16:creationId xmlns:a16="http://schemas.microsoft.com/office/drawing/2014/main" id="{25B18B62-1569-EF27-1AF0-30EE64A71460}"/>
                </a:ext>
              </a:extLst>
            </p:cNvPr>
            <p:cNvCxnSpPr>
              <a:cxnSpLocks/>
              <a:stCxn id="23" idx="2"/>
              <a:endCxn id="29" idx="6"/>
            </p:cNvCxnSpPr>
            <p:nvPr/>
          </p:nvCxnSpPr>
          <p:spPr>
            <a:xfrm rot="10800000" flipV="1">
              <a:off x="7310539" y="2393455"/>
              <a:ext cx="492602" cy="172041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FFDDDB5-348D-3047-A9DF-A586C7256026}"/>
                </a:ext>
              </a:extLst>
            </p:cNvPr>
            <p:cNvCxnSpPr>
              <a:cxnSpLocks/>
              <a:stCxn id="26" idx="6"/>
              <a:endCxn id="23" idx="2"/>
            </p:cNvCxnSpPr>
            <p:nvPr/>
          </p:nvCxnSpPr>
          <p:spPr>
            <a:xfrm flipV="1">
              <a:off x="7313523" y="2393456"/>
              <a:ext cx="489618" cy="5897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FA279A0-942E-1F99-3C8A-1E73C5A409E4}"/>
                </a:ext>
              </a:extLst>
            </p:cNvPr>
            <p:cNvSpPr txBox="1"/>
            <p:nvPr/>
          </p:nvSpPr>
          <p:spPr>
            <a:xfrm>
              <a:off x="2370026" y="6470166"/>
              <a:ext cx="23584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Biological entities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B2CC0F9-7A10-06A8-4D4E-6E7CB924D0AE}"/>
                </a:ext>
              </a:extLst>
            </p:cNvPr>
            <p:cNvCxnSpPr>
              <a:cxnSpLocks/>
              <a:stCxn id="14" idx="6"/>
              <a:endCxn id="11" idx="2"/>
            </p:cNvCxnSpPr>
            <p:nvPr/>
          </p:nvCxnSpPr>
          <p:spPr>
            <a:xfrm>
              <a:off x="3273088" y="5756833"/>
              <a:ext cx="57478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0A47A2C-5CEB-89B6-0D35-3017A239B858}"/>
                </a:ext>
              </a:extLst>
            </p:cNvPr>
            <p:cNvGrpSpPr/>
            <p:nvPr/>
          </p:nvGrpSpPr>
          <p:grpSpPr>
            <a:xfrm>
              <a:off x="3017298" y="4004047"/>
              <a:ext cx="1080000" cy="1080000"/>
              <a:chOff x="2435525" y="514969"/>
              <a:chExt cx="1080000" cy="1080000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064BAC9B-24ED-AA75-9EBA-5D16FD3D8F95}"/>
                  </a:ext>
                </a:extLst>
              </p:cNvPr>
              <p:cNvSpPr/>
              <p:nvPr/>
            </p:nvSpPr>
            <p:spPr>
              <a:xfrm>
                <a:off x="2435525" y="514969"/>
                <a:ext cx="1080000" cy="1080000"/>
              </a:xfrm>
              <a:prstGeom prst="ellipse">
                <a:avLst/>
              </a:prstGeom>
              <a:noFill/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D25CED8-8659-89A5-53DA-BC457A59FCCD}"/>
                  </a:ext>
                </a:extLst>
              </p:cNvPr>
              <p:cNvSpPr txBox="1"/>
              <p:nvPr/>
            </p:nvSpPr>
            <p:spPr>
              <a:xfrm>
                <a:off x="2472823" y="874969"/>
                <a:ext cx="10054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Parasites</a:t>
                </a:r>
              </a:p>
            </p:txBody>
          </p:sp>
        </p:grpSp>
        <p:cxnSp>
          <p:nvCxnSpPr>
            <p:cNvPr id="124" name="Curved Connector 123">
              <a:extLst>
                <a:ext uri="{FF2B5EF4-FFF2-40B4-BE49-F238E27FC236}">
                  <a16:creationId xmlns:a16="http://schemas.microsoft.com/office/drawing/2014/main" id="{6E569BDF-BD63-BD6F-8F6A-6B29D4020C91}"/>
                </a:ext>
              </a:extLst>
            </p:cNvPr>
            <p:cNvCxnSpPr>
              <a:cxnSpLocks/>
              <a:stCxn id="8" idx="6"/>
              <a:endCxn id="122" idx="0"/>
            </p:cNvCxnSpPr>
            <p:nvPr/>
          </p:nvCxnSpPr>
          <p:spPr>
            <a:xfrm>
              <a:off x="3273087" y="3344594"/>
              <a:ext cx="284211" cy="659453"/>
            </a:xfrm>
            <a:prstGeom prst="curvedConnector2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458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roup 312">
            <a:extLst>
              <a:ext uri="{FF2B5EF4-FFF2-40B4-BE49-F238E27FC236}">
                <a16:creationId xmlns:a16="http://schemas.microsoft.com/office/drawing/2014/main" id="{987C9114-8085-F693-B79E-A6C743F933F7}"/>
              </a:ext>
            </a:extLst>
          </p:cNvPr>
          <p:cNvGrpSpPr/>
          <p:nvPr/>
        </p:nvGrpSpPr>
        <p:grpSpPr>
          <a:xfrm>
            <a:off x="2407738" y="59617"/>
            <a:ext cx="7962842" cy="5720113"/>
            <a:chOff x="2407738" y="59617"/>
            <a:chExt cx="7962842" cy="572011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31EABD-6EC1-08BE-12D3-DBF855B0BF4B}"/>
                </a:ext>
              </a:extLst>
            </p:cNvPr>
            <p:cNvGrpSpPr/>
            <p:nvPr/>
          </p:nvGrpSpPr>
          <p:grpSpPr>
            <a:xfrm>
              <a:off x="5446143" y="4851662"/>
              <a:ext cx="1873620" cy="906836"/>
              <a:chOff x="5049079" y="5797129"/>
              <a:chExt cx="1873620" cy="906836"/>
            </a:xfr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40000">
                  <a:schemeClr val="accent2">
                    <a:lumMod val="40000"/>
                    <a:lumOff val="60000"/>
                  </a:schemeClr>
                </a:gs>
                <a:gs pos="76000">
                  <a:schemeClr val="accent4">
                    <a:lumMod val="60000"/>
                    <a:lumOff val="40000"/>
                  </a:schemeClr>
                </a:gs>
                <a:gs pos="98000">
                  <a:schemeClr val="accent4">
                    <a:lumMod val="75000"/>
                  </a:schemeClr>
                </a:gs>
              </a:gsLst>
              <a:lin ang="2700000" scaled="1"/>
              <a:tileRect/>
            </a:gradFill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27AA69-9289-E192-B7A3-F8B4246C4780}"/>
                  </a:ext>
                </a:extLst>
              </p:cNvPr>
              <p:cNvSpPr txBox="1"/>
              <p:nvPr/>
            </p:nvSpPr>
            <p:spPr>
              <a:xfrm>
                <a:off x="5087652" y="5907547"/>
                <a:ext cx="1796473" cy="6463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in</a:t>
                </a:r>
              </a:p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SES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DB9CA46-EAB8-7022-2240-0E503CC1BF33}"/>
                  </a:ext>
                </a:extLst>
              </p:cNvPr>
              <p:cNvSpPr/>
              <p:nvPr/>
            </p:nvSpPr>
            <p:spPr>
              <a:xfrm>
                <a:off x="5049079" y="5797129"/>
                <a:ext cx="1873620" cy="906836"/>
              </a:xfrm>
              <a:prstGeom prst="roundRect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C5A22DD8-D794-500D-ED25-DF3C747FA2FA}"/>
                </a:ext>
              </a:extLst>
            </p:cNvPr>
            <p:cNvGrpSpPr/>
            <p:nvPr/>
          </p:nvGrpSpPr>
          <p:grpSpPr>
            <a:xfrm>
              <a:off x="2407738" y="762309"/>
              <a:ext cx="2884186" cy="5017421"/>
              <a:chOff x="2365463" y="779708"/>
              <a:chExt cx="2884186" cy="5017421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A0417202-680F-489C-EBA2-B1FB15A406A0}"/>
                  </a:ext>
                </a:extLst>
              </p:cNvPr>
              <p:cNvSpPr/>
              <p:nvPr/>
            </p:nvSpPr>
            <p:spPr>
              <a:xfrm>
                <a:off x="2365463" y="779708"/>
                <a:ext cx="2840392" cy="5017421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35000">
                    <a:schemeClr val="accent2">
                      <a:lumMod val="40000"/>
                      <a:lumOff val="60000"/>
                    </a:schemeClr>
                  </a:gs>
                  <a:gs pos="91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0CA07A1-1129-B960-B15F-C3BC0D789C18}"/>
                  </a:ext>
                </a:extLst>
              </p:cNvPr>
              <p:cNvGrpSpPr/>
              <p:nvPr/>
            </p:nvGrpSpPr>
            <p:grpSpPr>
              <a:xfrm>
                <a:off x="2455405" y="1327698"/>
                <a:ext cx="2794244" cy="371332"/>
                <a:chOff x="1591904" y="460884"/>
                <a:chExt cx="2794244" cy="371332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B384908-7E30-0031-742F-832FF2B07A33}"/>
                    </a:ext>
                  </a:extLst>
                </p:cNvPr>
                <p:cNvSpPr txBox="1"/>
                <p:nvPr/>
              </p:nvSpPr>
              <p:spPr>
                <a:xfrm>
                  <a:off x="2269058" y="460884"/>
                  <a:ext cx="211709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a. Literature review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B4A2DABE-259A-4CB2-34AB-98986C609460}"/>
                    </a:ext>
                  </a:extLst>
                </p:cNvPr>
                <p:cNvSpPr/>
                <p:nvPr/>
              </p:nvSpPr>
              <p:spPr>
                <a:xfrm>
                  <a:off x="1591904" y="462884"/>
                  <a:ext cx="2681154" cy="369332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5DEE25E-D5BD-35A4-C39F-027EC3BC6787}"/>
                  </a:ext>
                </a:extLst>
              </p:cNvPr>
              <p:cNvGrpSpPr/>
              <p:nvPr/>
            </p:nvGrpSpPr>
            <p:grpSpPr>
              <a:xfrm>
                <a:off x="2455405" y="1772943"/>
                <a:ext cx="2780549" cy="1014999"/>
                <a:chOff x="1591904" y="1288105"/>
                <a:chExt cx="2780549" cy="1014999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AA9CD31-FE89-0A32-F490-3223D105958F}"/>
                    </a:ext>
                  </a:extLst>
                </p:cNvPr>
                <p:cNvSpPr txBox="1"/>
                <p:nvPr/>
              </p:nvSpPr>
              <p:spPr>
                <a:xfrm>
                  <a:off x="2238075" y="1339196"/>
                  <a:ext cx="2134378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b. Network of social, ecological </a:t>
                  </a:r>
                  <a:r>
                    <a:rPr lang="en-DE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and physical </a:t>
                  </a:r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entities</a:t>
                  </a:r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798D9F9D-41C2-1FC5-B6E1-02E3E5579AE8}"/>
                    </a:ext>
                  </a:extLst>
                </p:cNvPr>
                <p:cNvSpPr/>
                <p:nvPr/>
              </p:nvSpPr>
              <p:spPr>
                <a:xfrm>
                  <a:off x="1591904" y="1288105"/>
                  <a:ext cx="2681154" cy="1014999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692C4C1-1281-4896-06DA-3AA27F960772}"/>
                  </a:ext>
                </a:extLst>
              </p:cNvPr>
              <p:cNvGrpSpPr/>
              <p:nvPr/>
            </p:nvGrpSpPr>
            <p:grpSpPr>
              <a:xfrm>
                <a:off x="2455405" y="2828763"/>
                <a:ext cx="2750449" cy="676305"/>
                <a:chOff x="1655374" y="2559859"/>
                <a:chExt cx="2750449" cy="676305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BB1D54A-22A1-DC80-7533-FEE416F049ED}"/>
                    </a:ext>
                  </a:extLst>
                </p:cNvPr>
                <p:cNvSpPr txBox="1"/>
                <p:nvPr/>
              </p:nvSpPr>
              <p:spPr>
                <a:xfrm>
                  <a:off x="2315847" y="2559859"/>
                  <a:ext cx="2089976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c. Classification of    Action Situations</a:t>
                  </a:r>
                </a:p>
              </p:txBody>
            </p:sp>
            <p:sp>
              <p:nvSpPr>
                <p:cNvPr id="23" name="Rounded Rectangle 22">
                  <a:extLst>
                    <a:ext uri="{FF2B5EF4-FFF2-40B4-BE49-F238E27FC236}">
                      <a16:creationId xmlns:a16="http://schemas.microsoft.com/office/drawing/2014/main" id="{7656E052-FFDD-4A26-0E64-7E7BA3C97ED4}"/>
                    </a:ext>
                  </a:extLst>
                </p:cNvPr>
                <p:cNvSpPr/>
                <p:nvPr/>
              </p:nvSpPr>
              <p:spPr>
                <a:xfrm>
                  <a:off x="1655374" y="2598156"/>
                  <a:ext cx="2663865" cy="638008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5DF987D-E4A1-8831-AE7A-325EC0216C6C}"/>
                  </a:ext>
                </a:extLst>
              </p:cNvPr>
              <p:cNvGrpSpPr/>
              <p:nvPr/>
            </p:nvGrpSpPr>
            <p:grpSpPr>
              <a:xfrm>
                <a:off x="2455405" y="3546174"/>
                <a:ext cx="2681154" cy="923330"/>
                <a:chOff x="1638085" y="3708671"/>
                <a:chExt cx="2681154" cy="92333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D5B621-DE6D-2AF6-7DDE-179E17AE541D}"/>
                    </a:ext>
                  </a:extLst>
                </p:cNvPr>
                <p:cNvSpPr txBox="1"/>
                <p:nvPr/>
              </p:nvSpPr>
              <p:spPr>
                <a:xfrm>
                  <a:off x="2280040" y="3708671"/>
                  <a:ext cx="2039199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d. Aggregation</a:t>
                  </a:r>
                </a:p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into major </a:t>
                  </a:r>
                </a:p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Action Situations</a:t>
                  </a:r>
                </a:p>
              </p:txBody>
            </p:sp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5ED52EE3-A9B8-88E3-93CA-1202E850AC55}"/>
                    </a:ext>
                  </a:extLst>
                </p:cNvPr>
                <p:cNvSpPr/>
                <p:nvPr/>
              </p:nvSpPr>
              <p:spPr>
                <a:xfrm>
                  <a:off x="1638085" y="3746789"/>
                  <a:ext cx="2681154" cy="885212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975870E-6663-3F6C-3CFB-F66E05E7D48C}"/>
                  </a:ext>
                </a:extLst>
              </p:cNvPr>
              <p:cNvGrpSpPr/>
              <p:nvPr/>
            </p:nvGrpSpPr>
            <p:grpSpPr>
              <a:xfrm>
                <a:off x="2455405" y="4549423"/>
                <a:ext cx="2724407" cy="987202"/>
                <a:chOff x="1638085" y="4549423"/>
                <a:chExt cx="2724407" cy="987202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2272AD4-1C1C-9597-5997-41737A3445DA}"/>
                    </a:ext>
                  </a:extLst>
                </p:cNvPr>
                <p:cNvSpPr txBox="1"/>
                <p:nvPr/>
              </p:nvSpPr>
              <p:spPr>
                <a:xfrm>
                  <a:off x="2978780" y="4706630"/>
                  <a:ext cx="138371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e. Integrated</a:t>
                  </a:r>
                </a:p>
                <a:p>
                  <a:r>
                    <a:rPr lang="en-DE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SES</a:t>
                  </a:r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33688A47-FECF-D5FC-9ED2-2458CE4CBA35}"/>
                    </a:ext>
                  </a:extLst>
                </p:cNvPr>
                <p:cNvSpPr/>
                <p:nvPr/>
              </p:nvSpPr>
              <p:spPr>
                <a:xfrm>
                  <a:off x="1638085" y="4549423"/>
                  <a:ext cx="2681154" cy="987202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0278C6E-498D-90F7-4B1D-736D8AB113AE}"/>
                  </a:ext>
                </a:extLst>
              </p:cNvPr>
              <p:cNvSpPr txBox="1"/>
              <p:nvPr/>
            </p:nvSpPr>
            <p:spPr>
              <a:xfrm>
                <a:off x="2946238" y="865879"/>
                <a:ext cx="16658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SES analysis</a:t>
                </a:r>
              </a:p>
            </p:txBody>
          </p:sp>
          <p:pic>
            <p:nvPicPr>
              <p:cNvPr id="47" name="Graphic 46" descr="Document outline">
                <a:extLst>
                  <a:ext uri="{FF2B5EF4-FFF2-40B4-BE49-F238E27FC236}">
                    <a16:creationId xmlns:a16="http://schemas.microsoft.com/office/drawing/2014/main" id="{FA8945A1-5ACE-95EE-9B97-D08137713B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582738" y="1328740"/>
                <a:ext cx="382859" cy="382859"/>
              </a:xfrm>
              <a:prstGeom prst="rect">
                <a:avLst/>
              </a:prstGeom>
            </p:spPr>
          </p:pic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47085C51-14FF-6422-42E0-27106B760CEC}"/>
                  </a:ext>
                </a:extLst>
              </p:cNvPr>
              <p:cNvGrpSpPr/>
              <p:nvPr/>
            </p:nvGrpSpPr>
            <p:grpSpPr>
              <a:xfrm>
                <a:off x="2590317" y="1836827"/>
                <a:ext cx="532566" cy="884743"/>
                <a:chOff x="2123634" y="1904558"/>
                <a:chExt cx="532566" cy="884743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CA94678E-BD32-1633-FFCA-AA9513BBE5FC}"/>
                    </a:ext>
                  </a:extLst>
                </p:cNvPr>
                <p:cNvSpPr/>
                <p:nvPr/>
              </p:nvSpPr>
              <p:spPr>
                <a:xfrm>
                  <a:off x="2123634" y="2609301"/>
                  <a:ext cx="180000" cy="180000"/>
                </a:xfrm>
                <a:prstGeom prst="ellipse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921CF869-2F1B-A9D0-109B-8476BE598E73}"/>
                    </a:ext>
                  </a:extLst>
                </p:cNvPr>
                <p:cNvSpPr/>
                <p:nvPr/>
              </p:nvSpPr>
              <p:spPr>
                <a:xfrm>
                  <a:off x="2123634" y="2257124"/>
                  <a:ext cx="180000" cy="180000"/>
                </a:xfrm>
                <a:prstGeom prst="ellipse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67AD2397-9CC7-591A-319C-1F0E016AB7E1}"/>
                    </a:ext>
                  </a:extLst>
                </p:cNvPr>
                <p:cNvSpPr/>
                <p:nvPr/>
              </p:nvSpPr>
              <p:spPr>
                <a:xfrm>
                  <a:off x="2123634" y="1904558"/>
                  <a:ext cx="180000" cy="180000"/>
                </a:xfrm>
                <a:prstGeom prst="ellipse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A20F3651-4746-3A2B-B592-892368E2A441}"/>
                    </a:ext>
                  </a:extLst>
                </p:cNvPr>
                <p:cNvSpPr/>
                <p:nvPr/>
              </p:nvSpPr>
              <p:spPr>
                <a:xfrm>
                  <a:off x="2476200" y="2260631"/>
                  <a:ext cx="180000" cy="180000"/>
                </a:xfrm>
                <a:prstGeom prst="ellipse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Curved Connector 98">
                  <a:extLst>
                    <a:ext uri="{FF2B5EF4-FFF2-40B4-BE49-F238E27FC236}">
                      <a16:creationId xmlns:a16="http://schemas.microsoft.com/office/drawing/2014/main" id="{CFFBB277-5D50-9FEE-C487-D0DD39627DA2}"/>
                    </a:ext>
                  </a:extLst>
                </p:cNvPr>
                <p:cNvCxnSpPr>
                  <a:cxnSpLocks/>
                  <a:stCxn id="97" idx="4"/>
                  <a:endCxn id="92" idx="6"/>
                </p:cNvCxnSpPr>
                <p:nvPr/>
              </p:nvCxnSpPr>
              <p:spPr>
                <a:xfrm rot="5400000">
                  <a:off x="2305582" y="2438683"/>
                  <a:ext cx="258670" cy="262566"/>
                </a:xfrm>
                <a:prstGeom prst="curvedConnector2">
                  <a:avLst/>
                </a:prstGeom>
                <a:ln w="3175"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Curved Connector 99">
                  <a:extLst>
                    <a:ext uri="{FF2B5EF4-FFF2-40B4-BE49-F238E27FC236}">
                      <a16:creationId xmlns:a16="http://schemas.microsoft.com/office/drawing/2014/main" id="{C33C7220-ABF6-F0C7-C67C-3E8E6D302281}"/>
                    </a:ext>
                  </a:extLst>
                </p:cNvPr>
                <p:cNvCxnSpPr>
                  <a:cxnSpLocks/>
                  <a:stCxn id="95" idx="6"/>
                  <a:endCxn id="97" idx="0"/>
                </p:cNvCxnSpPr>
                <p:nvPr/>
              </p:nvCxnSpPr>
              <p:spPr>
                <a:xfrm>
                  <a:off x="2303634" y="1994558"/>
                  <a:ext cx="262566" cy="266073"/>
                </a:xfrm>
                <a:prstGeom prst="curvedConnector2">
                  <a:avLst/>
                </a:prstGeom>
                <a:ln w="3175"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8ADBA3AE-BB06-2B76-B543-0482E668C773}"/>
                    </a:ext>
                  </a:extLst>
                </p:cNvPr>
                <p:cNvCxnSpPr>
                  <a:cxnSpLocks/>
                  <a:stCxn id="97" idx="2"/>
                  <a:endCxn id="94" idx="6"/>
                </p:cNvCxnSpPr>
                <p:nvPr/>
              </p:nvCxnSpPr>
              <p:spPr>
                <a:xfrm flipH="1" flipV="1">
                  <a:off x="2303634" y="2347124"/>
                  <a:ext cx="172566" cy="3507"/>
                </a:xfrm>
                <a:prstGeom prst="straightConnector1">
                  <a:avLst/>
                </a:prstGeom>
                <a:ln w="3175"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1E497214-17A2-CB94-E8B7-6CC835D877AD}"/>
                    </a:ext>
                  </a:extLst>
                </p:cNvPr>
                <p:cNvCxnSpPr>
                  <a:cxnSpLocks/>
                  <a:stCxn id="94" idx="0"/>
                  <a:endCxn id="95" idx="4"/>
                </p:cNvCxnSpPr>
                <p:nvPr/>
              </p:nvCxnSpPr>
              <p:spPr>
                <a:xfrm flipV="1">
                  <a:off x="2213634" y="2084558"/>
                  <a:ext cx="0" cy="172566"/>
                </a:xfrm>
                <a:prstGeom prst="straightConnector1">
                  <a:avLst/>
                </a:prstGeom>
                <a:ln w="3175"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C6F484EE-D562-CEF9-1799-879EC0D29881}"/>
                    </a:ext>
                  </a:extLst>
                </p:cNvPr>
                <p:cNvCxnSpPr>
                  <a:cxnSpLocks/>
                  <a:stCxn id="94" idx="4"/>
                  <a:endCxn id="92" idx="0"/>
                </p:cNvCxnSpPr>
                <p:nvPr/>
              </p:nvCxnSpPr>
              <p:spPr>
                <a:xfrm>
                  <a:off x="2213634" y="2437124"/>
                  <a:ext cx="0" cy="172177"/>
                </a:xfrm>
                <a:prstGeom prst="straightConnector1">
                  <a:avLst/>
                </a:prstGeom>
                <a:ln w="3175">
                  <a:headEnd type="triangle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07" name="Graphic 106" descr="Table outline">
                <a:extLst>
                  <a:ext uri="{FF2B5EF4-FFF2-40B4-BE49-F238E27FC236}">
                    <a16:creationId xmlns:a16="http://schemas.microsoft.com/office/drawing/2014/main" id="{1567CDB6-B37B-8D07-6181-23B06E4D89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05238" y="2890436"/>
                <a:ext cx="612000" cy="612000"/>
              </a:xfrm>
              <a:prstGeom prst="rect">
                <a:avLst/>
              </a:prstGeom>
            </p:spPr>
          </p:pic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8D783A66-2F9E-1331-855E-2547313450CC}"/>
                  </a:ext>
                </a:extLst>
              </p:cNvPr>
              <p:cNvGrpSpPr/>
              <p:nvPr/>
            </p:nvGrpSpPr>
            <p:grpSpPr>
              <a:xfrm>
                <a:off x="2484151" y="3817443"/>
                <a:ext cx="640753" cy="418910"/>
                <a:chOff x="10021679" y="1900066"/>
                <a:chExt cx="424041" cy="271097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229D934-1587-A0FA-AE88-907C1135294F}"/>
                    </a:ext>
                  </a:extLst>
                </p:cNvPr>
                <p:cNvSpPr/>
                <p:nvPr/>
              </p:nvSpPr>
              <p:spPr>
                <a:xfrm>
                  <a:off x="10021679" y="1901163"/>
                  <a:ext cx="270000" cy="270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  <a:alpha val="4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CA2D515-DF6F-C85A-2184-FC8C9F1E0091}"/>
                    </a:ext>
                  </a:extLst>
                </p:cNvPr>
                <p:cNvSpPr/>
                <p:nvPr/>
              </p:nvSpPr>
              <p:spPr>
                <a:xfrm>
                  <a:off x="10175720" y="1900066"/>
                  <a:ext cx="270000" cy="270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  <a:alpha val="4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5C690411-3C27-4D8E-B6D3-711464454180}"/>
                    </a:ext>
                  </a:extLst>
                </p:cNvPr>
                <p:cNvSpPr/>
                <p:nvPr/>
              </p:nvSpPr>
              <p:spPr>
                <a:xfrm>
                  <a:off x="10069831" y="1944122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71925EB4-47E3-1437-865E-9F65632B4A29}"/>
                    </a:ext>
                  </a:extLst>
                </p:cNvPr>
                <p:cNvSpPr/>
                <p:nvPr/>
              </p:nvSpPr>
              <p:spPr>
                <a:xfrm>
                  <a:off x="10225387" y="194650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1AAB3A01-C4C9-31FA-176E-087D7BF76A98}"/>
                    </a:ext>
                  </a:extLst>
                </p:cNvPr>
                <p:cNvSpPr/>
                <p:nvPr/>
              </p:nvSpPr>
              <p:spPr>
                <a:xfrm>
                  <a:off x="10168728" y="1993073"/>
                  <a:ext cx="171104" cy="7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4" name="Picture 183">
                  <a:extLst>
                    <a:ext uri="{FF2B5EF4-FFF2-40B4-BE49-F238E27FC236}">
                      <a16:creationId xmlns:a16="http://schemas.microsoft.com/office/drawing/2014/main" id="{89E4AA68-9FEF-4F73-D1AB-197576DD07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029" t="14568" r="6279" b="4483"/>
                <a:stretch>
                  <a:fillRect/>
                </a:stretch>
              </p:blipFill>
              <p:spPr>
                <a:xfrm>
                  <a:off x="10245326" y="2013915"/>
                  <a:ext cx="135811" cy="55875"/>
                </a:xfrm>
                <a:prstGeom prst="rect">
                  <a:avLst/>
                </a:prstGeom>
              </p:spPr>
            </p:pic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7B62F8AC-0D0F-1C9D-4BC9-21E24A08F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38270" y="1975341"/>
                  <a:ext cx="0" cy="106636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86" name="Grafik 8">
                  <a:extLst>
                    <a:ext uri="{FF2B5EF4-FFF2-40B4-BE49-F238E27FC236}">
                      <a16:creationId xmlns:a16="http://schemas.microsoft.com/office/drawing/2014/main" id="{C6755382-0B15-29FD-B83C-20A78F6762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b="23894"/>
                <a:stretch/>
              </p:blipFill>
              <p:spPr>
                <a:xfrm>
                  <a:off x="10073597" y="1964498"/>
                  <a:ext cx="148223" cy="112806"/>
                </a:xfrm>
                <a:prstGeom prst="rect">
                  <a:avLst/>
                </a:prstGeom>
              </p:spPr>
            </p:pic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2FE8F6D5-3918-4AD9-606B-62B7E1B347F3}"/>
                  </a:ext>
                </a:extLst>
              </p:cNvPr>
              <p:cNvGrpSpPr/>
              <p:nvPr/>
            </p:nvGrpSpPr>
            <p:grpSpPr>
              <a:xfrm>
                <a:off x="2478121" y="5097814"/>
                <a:ext cx="640753" cy="418910"/>
                <a:chOff x="6271820" y="3560843"/>
                <a:chExt cx="640753" cy="418910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DC81DADE-0428-DDD5-C0F7-5932E209860A}"/>
                    </a:ext>
                  </a:extLst>
                </p:cNvPr>
                <p:cNvGrpSpPr/>
                <p:nvPr/>
              </p:nvGrpSpPr>
              <p:grpSpPr>
                <a:xfrm>
                  <a:off x="6271820" y="3560843"/>
                  <a:ext cx="640753" cy="418910"/>
                  <a:chOff x="10021679" y="1900066"/>
                  <a:chExt cx="424041" cy="271097"/>
                </a:xfrm>
              </p:grpSpPr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8F76D36E-A25B-DE16-45E7-FD3D08252B51}"/>
                      </a:ext>
                    </a:extLst>
                  </p:cNvPr>
                  <p:cNvSpPr/>
                  <p:nvPr/>
                </p:nvSpPr>
                <p:spPr>
                  <a:xfrm>
                    <a:off x="10021679" y="1901163"/>
                    <a:ext cx="270000" cy="2700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  <a:alpha val="4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13476C86-819F-98C2-979E-87B9A1EBA592}"/>
                      </a:ext>
                    </a:extLst>
                  </p:cNvPr>
                  <p:cNvSpPr/>
                  <p:nvPr/>
                </p:nvSpPr>
                <p:spPr>
                  <a:xfrm>
                    <a:off x="10175720" y="1900066"/>
                    <a:ext cx="270000" cy="2700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  <a:alpha val="4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6D6D9907-4D95-84EE-42F1-D5286CDDE000}"/>
                      </a:ext>
                    </a:extLst>
                  </p:cNvPr>
                  <p:cNvSpPr/>
                  <p:nvPr/>
                </p:nvSpPr>
                <p:spPr>
                  <a:xfrm>
                    <a:off x="10069831" y="194412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589CEABF-5547-5017-4A30-0C65499771ED}"/>
                      </a:ext>
                    </a:extLst>
                  </p:cNvPr>
                  <p:cNvSpPr/>
                  <p:nvPr/>
                </p:nvSpPr>
                <p:spPr>
                  <a:xfrm>
                    <a:off x="10225387" y="194650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9E5E5ED5-A509-988F-9A24-EAA6A17ABC8E}"/>
                      </a:ext>
                    </a:extLst>
                  </p:cNvPr>
                  <p:cNvSpPr/>
                  <p:nvPr/>
                </p:nvSpPr>
                <p:spPr>
                  <a:xfrm>
                    <a:off x="10168728" y="1993073"/>
                    <a:ext cx="171104" cy="7758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94" name="Picture 193">
                    <a:extLst>
                      <a:ext uri="{FF2B5EF4-FFF2-40B4-BE49-F238E27FC236}">
                        <a16:creationId xmlns:a16="http://schemas.microsoft.com/office/drawing/2014/main" id="{703ED2B1-1B64-DD6C-6945-452DEBC3C1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3029" t="14568" r="6279" b="4483"/>
                  <a:stretch>
                    <a:fillRect/>
                  </a:stretch>
                </p:blipFill>
                <p:spPr>
                  <a:xfrm>
                    <a:off x="10245326" y="2013915"/>
                    <a:ext cx="135811" cy="55875"/>
                  </a:xfrm>
                  <a:prstGeom prst="rect">
                    <a:avLst/>
                  </a:prstGeom>
                </p:spPr>
              </p:pic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653C06E3-F798-E046-9A20-F5E3E614B1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238270" y="1975341"/>
                    <a:ext cx="0" cy="106636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48" name="Bild 4">
                  <a:extLst>
                    <a:ext uri="{FF2B5EF4-FFF2-40B4-BE49-F238E27FC236}">
                      <a16:creationId xmlns:a16="http://schemas.microsoft.com/office/drawing/2014/main" id="{9E37ECDD-146A-B56E-F1B8-7D338F6C8F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Cutout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91497" y="3691548"/>
                  <a:ext cx="177478" cy="152885"/>
                </a:xfrm>
                <a:prstGeom prst="rect">
                  <a:avLst/>
                </a:prstGeom>
              </p:spPr>
            </p:pic>
          </p:grp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DA1777EE-7E00-7393-F518-EE2503968469}"/>
                  </a:ext>
                </a:extLst>
              </p:cNvPr>
              <p:cNvGrpSpPr/>
              <p:nvPr/>
            </p:nvGrpSpPr>
            <p:grpSpPr>
              <a:xfrm>
                <a:off x="2909070" y="4571569"/>
                <a:ext cx="640753" cy="418910"/>
                <a:chOff x="10021679" y="1900066"/>
                <a:chExt cx="424041" cy="271097"/>
              </a:xfrm>
            </p:grpSpPr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4ADC592E-408F-FC73-60E1-C91CC16CA7E9}"/>
                    </a:ext>
                  </a:extLst>
                </p:cNvPr>
                <p:cNvSpPr/>
                <p:nvPr/>
              </p:nvSpPr>
              <p:spPr>
                <a:xfrm>
                  <a:off x="10021679" y="1901163"/>
                  <a:ext cx="270000" cy="270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  <a:alpha val="4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B866715E-4782-F631-166A-8F87C882F58E}"/>
                    </a:ext>
                  </a:extLst>
                </p:cNvPr>
                <p:cNvSpPr/>
                <p:nvPr/>
              </p:nvSpPr>
              <p:spPr>
                <a:xfrm>
                  <a:off x="10175720" y="1900066"/>
                  <a:ext cx="270000" cy="270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  <a:alpha val="45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1A84969B-F539-0745-830B-437FBDC73DF3}"/>
                    </a:ext>
                  </a:extLst>
                </p:cNvPr>
                <p:cNvSpPr/>
                <p:nvPr/>
              </p:nvSpPr>
              <p:spPr>
                <a:xfrm>
                  <a:off x="10069831" y="1944122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E874EB65-1B5C-46E6-291A-5990945AEEB4}"/>
                    </a:ext>
                  </a:extLst>
                </p:cNvPr>
                <p:cNvSpPr/>
                <p:nvPr/>
              </p:nvSpPr>
              <p:spPr>
                <a:xfrm>
                  <a:off x="10225387" y="1946509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BEA4F6D4-63B1-55A1-9829-31A4460A18C4}"/>
                    </a:ext>
                  </a:extLst>
                </p:cNvPr>
                <p:cNvSpPr/>
                <p:nvPr/>
              </p:nvSpPr>
              <p:spPr>
                <a:xfrm>
                  <a:off x="10168728" y="1993073"/>
                  <a:ext cx="171104" cy="7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4" name="Picture 203">
                  <a:extLst>
                    <a:ext uri="{FF2B5EF4-FFF2-40B4-BE49-F238E27FC236}">
                      <a16:creationId xmlns:a16="http://schemas.microsoft.com/office/drawing/2014/main" id="{0DF53103-8224-AC45-C985-022A5432DB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029" t="14568" r="6279" b="4483"/>
                <a:stretch>
                  <a:fillRect/>
                </a:stretch>
              </p:blipFill>
              <p:spPr>
                <a:xfrm>
                  <a:off x="10245326" y="2013915"/>
                  <a:ext cx="135811" cy="55875"/>
                </a:xfrm>
                <a:prstGeom prst="rect">
                  <a:avLst/>
                </a:prstGeom>
              </p:spPr>
            </p:pic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5EF03BD6-FC0A-350A-CEBD-7B72AE4F3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38270" y="1975341"/>
                  <a:ext cx="0" cy="106636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06" name="Grafik 8">
                  <a:extLst>
                    <a:ext uri="{FF2B5EF4-FFF2-40B4-BE49-F238E27FC236}">
                      <a16:creationId xmlns:a16="http://schemas.microsoft.com/office/drawing/2014/main" id="{FCAF1DED-3B23-8CCF-3BDE-B10072E2E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b="23894"/>
                <a:stretch/>
              </p:blipFill>
              <p:spPr>
                <a:xfrm>
                  <a:off x="10073597" y="1964498"/>
                  <a:ext cx="148223" cy="112806"/>
                </a:xfrm>
                <a:prstGeom prst="rect">
                  <a:avLst/>
                </a:prstGeom>
              </p:spPr>
            </p:pic>
          </p:grpSp>
          <p:cxnSp>
            <p:nvCxnSpPr>
              <p:cNvPr id="219" name="Straight Arrow Connector 218">
                <a:extLst>
                  <a:ext uri="{FF2B5EF4-FFF2-40B4-BE49-F238E27FC236}">
                    <a16:creationId xmlns:a16="http://schemas.microsoft.com/office/drawing/2014/main" id="{559313A0-C1BB-7F6C-868B-85CCBFCF7D94}"/>
                  </a:ext>
                </a:extLst>
              </p:cNvPr>
              <p:cNvCxnSpPr>
                <a:cxnSpLocks/>
                <a:stCxn id="199" idx="4"/>
                <a:endCxn id="190" idx="0"/>
              </p:cNvCxnSpPr>
              <p:nvPr/>
            </p:nvCxnSpPr>
            <p:spPr>
              <a:xfrm flipH="1">
                <a:off x="2914881" y="4990479"/>
                <a:ext cx="198183" cy="107335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A40004CC-FAF8-9E3B-B73C-A0B1267F073E}"/>
                  </a:ext>
                </a:extLst>
              </p:cNvPr>
              <p:cNvGrpSpPr/>
              <p:nvPr/>
            </p:nvGrpSpPr>
            <p:grpSpPr>
              <a:xfrm>
                <a:off x="3335348" y="5093406"/>
                <a:ext cx="640753" cy="418910"/>
                <a:chOff x="2824752" y="5093406"/>
                <a:chExt cx="640753" cy="418910"/>
              </a:xfrm>
            </p:grpSpPr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38DCF952-A1A7-930F-EF30-0413CF8626E1}"/>
                    </a:ext>
                  </a:extLst>
                </p:cNvPr>
                <p:cNvGrpSpPr/>
                <p:nvPr/>
              </p:nvGrpSpPr>
              <p:grpSpPr>
                <a:xfrm>
                  <a:off x="2824752" y="5093406"/>
                  <a:ext cx="640753" cy="418910"/>
                  <a:chOff x="10021679" y="1900066"/>
                  <a:chExt cx="424041" cy="271097"/>
                </a:xfrm>
              </p:grpSpPr>
              <p:sp>
                <p:nvSpPr>
                  <p:cNvPr id="208" name="Oval 207">
                    <a:extLst>
                      <a:ext uri="{FF2B5EF4-FFF2-40B4-BE49-F238E27FC236}">
                        <a16:creationId xmlns:a16="http://schemas.microsoft.com/office/drawing/2014/main" id="{72D78559-11F5-FC94-786A-27403A7D3F6A}"/>
                      </a:ext>
                    </a:extLst>
                  </p:cNvPr>
                  <p:cNvSpPr/>
                  <p:nvPr/>
                </p:nvSpPr>
                <p:spPr>
                  <a:xfrm>
                    <a:off x="10021679" y="1901163"/>
                    <a:ext cx="270000" cy="2700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  <a:alpha val="4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2BB5753C-4BCE-7CBF-C0EB-5E3E14F74E04}"/>
                      </a:ext>
                    </a:extLst>
                  </p:cNvPr>
                  <p:cNvSpPr/>
                  <p:nvPr/>
                </p:nvSpPr>
                <p:spPr>
                  <a:xfrm>
                    <a:off x="10175720" y="1900066"/>
                    <a:ext cx="270000" cy="2700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  <a:alpha val="45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Oval 209">
                    <a:extLst>
                      <a:ext uri="{FF2B5EF4-FFF2-40B4-BE49-F238E27FC236}">
                        <a16:creationId xmlns:a16="http://schemas.microsoft.com/office/drawing/2014/main" id="{53DAC084-4412-79FB-E693-84D98174AC30}"/>
                      </a:ext>
                    </a:extLst>
                  </p:cNvPr>
                  <p:cNvSpPr/>
                  <p:nvPr/>
                </p:nvSpPr>
                <p:spPr>
                  <a:xfrm>
                    <a:off x="10069831" y="1944122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1" name="Oval 210">
                    <a:extLst>
                      <a:ext uri="{FF2B5EF4-FFF2-40B4-BE49-F238E27FC236}">
                        <a16:creationId xmlns:a16="http://schemas.microsoft.com/office/drawing/2014/main" id="{72A09C96-4687-F30B-3403-89FA9BE6D65A}"/>
                      </a:ext>
                    </a:extLst>
                  </p:cNvPr>
                  <p:cNvSpPr/>
                  <p:nvPr/>
                </p:nvSpPr>
                <p:spPr>
                  <a:xfrm>
                    <a:off x="10225387" y="1946509"/>
                    <a:ext cx="180000" cy="180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35BD42A7-A877-A31B-56F2-DA146180CE01}"/>
                      </a:ext>
                    </a:extLst>
                  </p:cNvPr>
                  <p:cNvSpPr/>
                  <p:nvPr/>
                </p:nvSpPr>
                <p:spPr>
                  <a:xfrm>
                    <a:off x="10168728" y="1993073"/>
                    <a:ext cx="171104" cy="7758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13" name="Picture 212">
                    <a:extLst>
                      <a:ext uri="{FF2B5EF4-FFF2-40B4-BE49-F238E27FC236}">
                        <a16:creationId xmlns:a16="http://schemas.microsoft.com/office/drawing/2014/main" id="{3231B0F5-1C25-78A7-E716-DCCF6A5E3E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3029" t="14568" r="6279" b="4483"/>
                  <a:stretch>
                    <a:fillRect/>
                  </a:stretch>
                </p:blipFill>
                <p:spPr>
                  <a:xfrm>
                    <a:off x="10088444" y="2013915"/>
                    <a:ext cx="135811" cy="55875"/>
                  </a:xfrm>
                  <a:prstGeom prst="rect">
                    <a:avLst/>
                  </a:prstGeom>
                </p:spPr>
              </p:pic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CFFA6534-D326-12B2-DC5A-AAC4D7E0C7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238270" y="1975341"/>
                    <a:ext cx="0" cy="106636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30" name="Bild 4">
                  <a:extLst>
                    <a:ext uri="{FF2B5EF4-FFF2-40B4-BE49-F238E27FC236}">
                      <a16:creationId xmlns:a16="http://schemas.microsoft.com/office/drawing/2014/main" id="{97A77BC7-1272-E82E-9D55-1D50E9A6E1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owEdges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52006" y="5213626"/>
                  <a:ext cx="222230" cy="222230"/>
                </a:xfrm>
                <a:prstGeom prst="rect">
                  <a:avLst/>
                </a:prstGeom>
              </p:spPr>
            </p:pic>
          </p:grp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831EDEFB-CB92-EB8C-CFEE-334920C535D6}"/>
                  </a:ext>
                </a:extLst>
              </p:cNvPr>
              <p:cNvCxnSpPr>
                <a:cxnSpLocks/>
                <a:stCxn id="200" idx="4"/>
                <a:endCxn id="208" idx="0"/>
              </p:cNvCxnSpPr>
              <p:nvPr/>
            </p:nvCxnSpPr>
            <p:spPr>
              <a:xfrm>
                <a:off x="3345830" y="4988784"/>
                <a:ext cx="193512" cy="106317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8F8B0ACC-08C1-99FD-6C47-8F31E459A2C1}"/>
                  </a:ext>
                </a:extLst>
              </p:cNvPr>
              <p:cNvCxnSpPr>
                <a:cxnSpLocks/>
                <a:stCxn id="208" idx="2"/>
                <a:endCxn id="190" idx="6"/>
              </p:cNvCxnSpPr>
              <p:nvPr/>
            </p:nvCxnSpPr>
            <p:spPr>
              <a:xfrm flipH="1">
                <a:off x="3118874" y="5303709"/>
                <a:ext cx="216474" cy="2713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C7DC301B-83AA-B83F-2211-0368DF92E7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5982" y="1685104"/>
                <a:ext cx="0" cy="125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F1717B5E-830F-5CC0-8F1A-84128B7DAC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8267" y="2766261"/>
                <a:ext cx="0" cy="125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3D89D7FD-1FBA-37F1-A219-21DD2D053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5982" y="3480271"/>
                <a:ext cx="0" cy="125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BEF3868A-21D9-9712-0B79-48FDC5F52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9700" y="4446565"/>
                <a:ext cx="0" cy="125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7A616DB7-22E9-FBB1-50BB-EAEEBD0BB9BA}"/>
                </a:ext>
              </a:extLst>
            </p:cNvPr>
            <p:cNvSpPr/>
            <p:nvPr/>
          </p:nvSpPr>
          <p:spPr>
            <a:xfrm>
              <a:off x="7517776" y="751440"/>
              <a:ext cx="2840392" cy="5007058"/>
            </a:xfrm>
            <a:prstGeom prst="roundRect">
              <a:avLst/>
            </a:pr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35000">
                  <a:schemeClr val="accent4">
                    <a:lumMod val="60000"/>
                    <a:lumOff val="40000"/>
                  </a:schemeClr>
                </a:gs>
                <a:gs pos="9100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F3B1CF-E55D-5A61-2AE5-BB5F43EC73BE}"/>
                </a:ext>
              </a:extLst>
            </p:cNvPr>
            <p:cNvGrpSpPr/>
            <p:nvPr/>
          </p:nvGrpSpPr>
          <p:grpSpPr>
            <a:xfrm>
              <a:off x="7601387" y="1329178"/>
              <a:ext cx="2682000" cy="1783927"/>
              <a:chOff x="7633918" y="1410269"/>
              <a:chExt cx="2481266" cy="128930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06573F-F04B-CC2D-790D-43E650D58863}"/>
                  </a:ext>
                </a:extLst>
              </p:cNvPr>
              <p:cNvSpPr txBox="1"/>
              <p:nvPr/>
            </p:nvSpPr>
            <p:spPr>
              <a:xfrm>
                <a:off x="8438722" y="1410269"/>
                <a:ext cx="1676462" cy="2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PrOACT</a:t>
                </a: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3D50393C-5DFD-6083-35AA-B26FE06F357D}"/>
                  </a:ext>
                </a:extLst>
              </p:cNvPr>
              <p:cNvSpPr/>
              <p:nvPr/>
            </p:nvSpPr>
            <p:spPr>
              <a:xfrm>
                <a:off x="7633918" y="1410269"/>
                <a:ext cx="2481266" cy="1289303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53BE4B4-0006-AA04-C5DC-9AC5C1ADFEC4}"/>
                </a:ext>
              </a:extLst>
            </p:cNvPr>
            <p:cNvGrpSpPr/>
            <p:nvPr/>
          </p:nvGrpSpPr>
          <p:grpSpPr>
            <a:xfrm>
              <a:off x="7601391" y="3275530"/>
              <a:ext cx="2681998" cy="2339579"/>
              <a:chOff x="7438509" y="3545628"/>
              <a:chExt cx="1967358" cy="92333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EDA619-50A4-D405-7A11-D6FFFF2007CE}"/>
                  </a:ext>
                </a:extLst>
              </p:cNvPr>
              <p:cNvSpPr txBox="1"/>
              <p:nvPr/>
            </p:nvSpPr>
            <p:spPr>
              <a:xfrm>
                <a:off x="7685779" y="3561978"/>
                <a:ext cx="1633711" cy="255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Objective – action pathways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28AF19DB-9A1B-2F51-D217-29BC690BF9D6}"/>
                  </a:ext>
                </a:extLst>
              </p:cNvPr>
              <p:cNvSpPr/>
              <p:nvPr/>
            </p:nvSpPr>
            <p:spPr>
              <a:xfrm>
                <a:off x="7438509" y="3545628"/>
                <a:ext cx="1967358" cy="92333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2C93FA1-4218-C303-CEF5-F7395D9B9CEB}"/>
                </a:ext>
              </a:extLst>
            </p:cNvPr>
            <p:cNvSpPr txBox="1"/>
            <p:nvPr/>
          </p:nvSpPr>
          <p:spPr>
            <a:xfrm>
              <a:off x="8829756" y="1619529"/>
              <a:ext cx="133588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</a:t>
              </a:r>
              <a:r>
                <a:rPr lang="en-DE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oblem</a:t>
              </a:r>
            </a:p>
            <a:p>
              <a:endParaRPr lang="en-DE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DE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DE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bjectives</a:t>
              </a:r>
            </a:p>
            <a:p>
              <a:endParaRPr lang="en-DE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DE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DE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lternatives</a:t>
              </a:r>
            </a:p>
            <a:p>
              <a:endParaRPr lang="en-DE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DE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DE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onsequences</a:t>
              </a:r>
            </a:p>
            <a:p>
              <a:endParaRPr lang="en-DE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DE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DE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rade-offs</a:t>
              </a:r>
            </a:p>
          </p:txBody>
        </p:sp>
        <p:pic>
          <p:nvPicPr>
            <p:cNvPr id="253" name="Graphic 252" descr="Users outline">
              <a:extLst>
                <a:ext uri="{FF2B5EF4-FFF2-40B4-BE49-F238E27FC236}">
                  <a16:creationId xmlns:a16="http://schemas.microsoft.com/office/drawing/2014/main" id="{B5665AB7-EC1D-C8E3-03D6-BA202E82E2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718150" y="1639130"/>
              <a:ext cx="652037" cy="652037"/>
            </a:xfrm>
            <a:prstGeom prst="rect">
              <a:avLst/>
            </a:prstGeom>
          </p:spPr>
        </p:pic>
        <p:cxnSp>
          <p:nvCxnSpPr>
            <p:cNvPr id="260" name="Curved Connector 259">
              <a:extLst>
                <a:ext uri="{FF2B5EF4-FFF2-40B4-BE49-F238E27FC236}">
                  <a16:creationId xmlns:a16="http://schemas.microsoft.com/office/drawing/2014/main" id="{B58FFFAA-B888-D460-11DF-9AA9F80C003E}"/>
                </a:ext>
              </a:extLst>
            </p:cNvPr>
            <p:cNvCxnSpPr>
              <a:cxnSpLocks/>
            </p:cNvCxnSpPr>
            <p:nvPr/>
          </p:nvCxnSpPr>
          <p:spPr>
            <a:xfrm>
              <a:off x="8867231" y="1866532"/>
              <a:ext cx="12700" cy="197235"/>
            </a:xfrm>
            <a:prstGeom prst="curvedConnector4">
              <a:avLst>
                <a:gd name="adj1" fmla="val -1386882"/>
                <a:gd name="adj2" fmla="val 9681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urved Connector 264">
              <a:extLst>
                <a:ext uri="{FF2B5EF4-FFF2-40B4-BE49-F238E27FC236}">
                  <a16:creationId xmlns:a16="http://schemas.microsoft.com/office/drawing/2014/main" id="{F5F088A7-011E-D6AB-46CA-6272EFEFC493}"/>
                </a:ext>
              </a:extLst>
            </p:cNvPr>
            <p:cNvCxnSpPr>
              <a:cxnSpLocks/>
            </p:cNvCxnSpPr>
            <p:nvPr/>
          </p:nvCxnSpPr>
          <p:spPr>
            <a:xfrm>
              <a:off x="8868376" y="2166135"/>
              <a:ext cx="12700" cy="197235"/>
            </a:xfrm>
            <a:prstGeom prst="curvedConnector4">
              <a:avLst>
                <a:gd name="adj1" fmla="val -1386882"/>
                <a:gd name="adj2" fmla="val 9681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urved Connector 265">
              <a:extLst>
                <a:ext uri="{FF2B5EF4-FFF2-40B4-BE49-F238E27FC236}">
                  <a16:creationId xmlns:a16="http://schemas.microsoft.com/office/drawing/2014/main" id="{A6B41D3C-8CBE-0108-964A-6442D2059925}"/>
                </a:ext>
              </a:extLst>
            </p:cNvPr>
            <p:cNvCxnSpPr>
              <a:cxnSpLocks/>
            </p:cNvCxnSpPr>
            <p:nvPr/>
          </p:nvCxnSpPr>
          <p:spPr>
            <a:xfrm>
              <a:off x="8879931" y="2453841"/>
              <a:ext cx="12700" cy="197235"/>
            </a:xfrm>
            <a:prstGeom prst="curvedConnector4">
              <a:avLst>
                <a:gd name="adj1" fmla="val -1386882"/>
                <a:gd name="adj2" fmla="val 9681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urved Connector 267">
              <a:extLst>
                <a:ext uri="{FF2B5EF4-FFF2-40B4-BE49-F238E27FC236}">
                  <a16:creationId xmlns:a16="http://schemas.microsoft.com/office/drawing/2014/main" id="{7AD83B37-6595-BFCE-9417-306DEF73DA7A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81" y="2741547"/>
              <a:ext cx="12700" cy="197235"/>
            </a:xfrm>
            <a:prstGeom prst="curvedConnector4">
              <a:avLst>
                <a:gd name="adj1" fmla="val -1386882"/>
                <a:gd name="adj2" fmla="val 9681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9" name="Graphic 268" descr="Users outline">
              <a:extLst>
                <a:ext uri="{FF2B5EF4-FFF2-40B4-BE49-F238E27FC236}">
                  <a16:creationId xmlns:a16="http://schemas.microsoft.com/office/drawing/2014/main" id="{D53D43E4-37AD-B620-5CC2-C2E1AC4C28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718150" y="2341104"/>
              <a:ext cx="652037" cy="652037"/>
            </a:xfrm>
            <a:prstGeom prst="rect">
              <a:avLst/>
            </a:prstGeom>
          </p:spPr>
        </p:pic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66E74286-47BF-D81F-0028-38340E7F55D8}"/>
                </a:ext>
              </a:extLst>
            </p:cNvPr>
            <p:cNvSpPr txBox="1"/>
            <p:nvPr/>
          </p:nvSpPr>
          <p:spPr>
            <a:xfrm>
              <a:off x="7524865" y="870389"/>
              <a:ext cx="28457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Alternative management</a:t>
              </a:r>
            </a:p>
          </p:txBody>
        </p: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6CEF2F28-200F-552C-BB48-D520DAA8FC35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8942387" y="3113105"/>
              <a:ext cx="3" cy="162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E988E3CE-6C42-5394-B039-ACCCF66F7F05}"/>
                </a:ext>
              </a:extLst>
            </p:cNvPr>
            <p:cNvSpPr txBox="1"/>
            <p:nvPr/>
          </p:nvSpPr>
          <p:spPr>
            <a:xfrm>
              <a:off x="5698980" y="4856400"/>
              <a:ext cx="1360309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Measures</a:t>
              </a:r>
            </a:p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  <a:p>
              <a:pPr algn="ctr"/>
              <a:r>
                <a: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SES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4BFC518-77AE-10B0-DB3C-2CC2751EEDD6}"/>
                </a:ext>
              </a:extLst>
            </p:cNvPr>
            <p:cNvCxnSpPr>
              <a:cxnSpLocks/>
              <a:stCxn id="56" idx="3"/>
              <a:endCxn id="57" idx="1"/>
            </p:cNvCxnSpPr>
            <p:nvPr/>
          </p:nvCxnSpPr>
          <p:spPr>
            <a:xfrm>
              <a:off x="8582078" y="4143816"/>
              <a:ext cx="948151" cy="325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3203C02-0904-3E8D-8CC3-8B31EA5AE0B4}"/>
                </a:ext>
              </a:extLst>
            </p:cNvPr>
            <p:cNvCxnSpPr>
              <a:cxnSpLocks/>
              <a:stCxn id="134" idx="0"/>
              <a:endCxn id="55" idx="2"/>
            </p:cNvCxnSpPr>
            <p:nvPr/>
          </p:nvCxnSpPr>
          <p:spPr>
            <a:xfrm flipV="1">
              <a:off x="8431449" y="4220592"/>
              <a:ext cx="1378" cy="87058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A5A741F-F07A-51DF-49FA-7672F722E8A8}"/>
                </a:ext>
              </a:extLst>
            </p:cNvPr>
            <p:cNvCxnSpPr>
              <a:cxnSpLocks/>
              <a:stCxn id="154" idx="3"/>
              <a:endCxn id="145" idx="1"/>
            </p:cNvCxnSpPr>
            <p:nvPr/>
          </p:nvCxnSpPr>
          <p:spPr>
            <a:xfrm>
              <a:off x="7747347" y="5362103"/>
              <a:ext cx="178288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A9A8B7A-EC8B-1C75-8A18-686EDAA09CE3}"/>
                </a:ext>
              </a:extLst>
            </p:cNvPr>
            <p:cNvCxnSpPr>
              <a:cxnSpLocks/>
              <a:stCxn id="153" idx="3"/>
              <a:endCxn id="134" idx="1"/>
            </p:cNvCxnSpPr>
            <p:nvPr/>
          </p:nvCxnSpPr>
          <p:spPr>
            <a:xfrm>
              <a:off x="7747278" y="5167364"/>
              <a:ext cx="66411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8F71183-67FB-F52A-9FC4-EAA9A2EF5BB3}"/>
                </a:ext>
              </a:extLst>
            </p:cNvPr>
            <p:cNvCxnSpPr>
              <a:cxnSpLocks/>
              <a:stCxn id="49" idx="3"/>
              <a:endCxn id="64" idx="1"/>
            </p:cNvCxnSpPr>
            <p:nvPr/>
          </p:nvCxnSpPr>
          <p:spPr>
            <a:xfrm>
              <a:off x="7747278" y="4349632"/>
              <a:ext cx="337715" cy="259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6FD9A950-09DC-AB85-533D-6E37D83A1A1B}"/>
                </a:ext>
              </a:extLst>
            </p:cNvPr>
            <p:cNvSpPr/>
            <p:nvPr/>
          </p:nvSpPr>
          <p:spPr>
            <a:xfrm>
              <a:off x="7707164" y="4273446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68791DE-70A7-3851-0B5E-3EF9AF110C9E}"/>
                </a:ext>
              </a:extLst>
            </p:cNvPr>
            <p:cNvSpPr/>
            <p:nvPr/>
          </p:nvSpPr>
          <p:spPr>
            <a:xfrm>
              <a:off x="8412769" y="4068219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F72ED396-7957-7461-372D-C1F178A0B963}"/>
                </a:ext>
              </a:extLst>
            </p:cNvPr>
            <p:cNvSpPr/>
            <p:nvPr/>
          </p:nvSpPr>
          <p:spPr>
            <a:xfrm>
              <a:off x="8541963" y="4067630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3CA39561-C3DE-B283-8B88-601572325BAD}"/>
                </a:ext>
              </a:extLst>
            </p:cNvPr>
            <p:cNvSpPr/>
            <p:nvPr/>
          </p:nvSpPr>
          <p:spPr>
            <a:xfrm>
              <a:off x="9530229" y="4070884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21C83BE4-D924-7411-43FD-4E94F0146E9E}"/>
                </a:ext>
              </a:extLst>
            </p:cNvPr>
            <p:cNvSpPr/>
            <p:nvPr/>
          </p:nvSpPr>
          <p:spPr>
            <a:xfrm>
              <a:off x="9753571" y="4070884"/>
              <a:ext cx="444058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87E5F5D5-716C-B4BB-6C71-6EAD9E51AB7B}"/>
                </a:ext>
              </a:extLst>
            </p:cNvPr>
            <p:cNvSpPr/>
            <p:nvPr/>
          </p:nvSpPr>
          <p:spPr>
            <a:xfrm>
              <a:off x="8084993" y="4276039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061FB46D-F0C2-93DA-955E-9AD074AEE45F}"/>
                </a:ext>
              </a:extLst>
            </p:cNvPr>
            <p:cNvSpPr/>
            <p:nvPr/>
          </p:nvSpPr>
          <p:spPr>
            <a:xfrm>
              <a:off x="9755629" y="4280632"/>
              <a:ext cx="442000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FB5755D-8BF4-D373-8FEA-64E23CA7BD4B}"/>
                </a:ext>
              </a:extLst>
            </p:cNvPr>
            <p:cNvSpPr/>
            <p:nvPr/>
          </p:nvSpPr>
          <p:spPr>
            <a:xfrm>
              <a:off x="9170681" y="4476481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9BF2B048-60C1-DB48-00AB-B1B0260445C7}"/>
                </a:ext>
              </a:extLst>
            </p:cNvPr>
            <p:cNvSpPr/>
            <p:nvPr/>
          </p:nvSpPr>
          <p:spPr>
            <a:xfrm>
              <a:off x="9755629" y="4477975"/>
              <a:ext cx="442000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33FB3579-84A4-6033-1B37-0EAF5C2DDA3B}"/>
                </a:ext>
              </a:extLst>
            </p:cNvPr>
            <p:cNvSpPr/>
            <p:nvPr/>
          </p:nvSpPr>
          <p:spPr>
            <a:xfrm>
              <a:off x="7906844" y="4688554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C88B9C2-4650-289E-699C-038FEAE239B6}"/>
                </a:ext>
              </a:extLst>
            </p:cNvPr>
            <p:cNvSpPr/>
            <p:nvPr/>
          </p:nvSpPr>
          <p:spPr>
            <a:xfrm>
              <a:off x="8541963" y="4687717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50329284-B565-040E-CB25-5EF9874CAA75}"/>
                </a:ext>
              </a:extLst>
            </p:cNvPr>
            <p:cNvSpPr/>
            <p:nvPr/>
          </p:nvSpPr>
          <p:spPr>
            <a:xfrm>
              <a:off x="8670451" y="4685583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68645D85-FBA2-8A95-E89D-9B8CEF80FEDA}"/>
                </a:ext>
              </a:extLst>
            </p:cNvPr>
            <p:cNvSpPr/>
            <p:nvPr/>
          </p:nvSpPr>
          <p:spPr>
            <a:xfrm>
              <a:off x="9753570" y="4687321"/>
              <a:ext cx="441999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13C4A97C-170F-92B6-EEF0-0C9DBC529C26}"/>
                </a:ext>
              </a:extLst>
            </p:cNvPr>
            <p:cNvSpPr/>
            <p:nvPr/>
          </p:nvSpPr>
          <p:spPr>
            <a:xfrm>
              <a:off x="7798050" y="4889122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1F20D65D-2C43-7FDF-E93F-34CA97BDB8AE}"/>
                </a:ext>
              </a:extLst>
            </p:cNvPr>
            <p:cNvSpPr/>
            <p:nvPr/>
          </p:nvSpPr>
          <p:spPr>
            <a:xfrm>
              <a:off x="8542310" y="4888209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4D827500-2D59-173F-1A09-5EEC0A6FF765}"/>
                </a:ext>
              </a:extLst>
            </p:cNvPr>
            <p:cNvSpPr/>
            <p:nvPr/>
          </p:nvSpPr>
          <p:spPr>
            <a:xfrm>
              <a:off x="8765306" y="4888608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7B01C714-B39A-872D-384C-B0A07FD7AE4A}"/>
                </a:ext>
              </a:extLst>
            </p:cNvPr>
            <p:cNvSpPr/>
            <p:nvPr/>
          </p:nvSpPr>
          <p:spPr>
            <a:xfrm>
              <a:off x="9753571" y="4890102"/>
              <a:ext cx="439242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C3B7988F-F179-2813-541A-00C041991DAA}"/>
                </a:ext>
              </a:extLst>
            </p:cNvPr>
            <p:cNvSpPr/>
            <p:nvPr/>
          </p:nvSpPr>
          <p:spPr>
            <a:xfrm>
              <a:off x="9116290" y="4888608"/>
              <a:ext cx="31908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02BF6477-B3A8-450C-2D75-105181ADBF93}"/>
                </a:ext>
              </a:extLst>
            </p:cNvPr>
            <p:cNvSpPr/>
            <p:nvPr/>
          </p:nvSpPr>
          <p:spPr>
            <a:xfrm>
              <a:off x="9753571" y="5090804"/>
              <a:ext cx="439242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340D441E-AA2A-1F8D-7421-27E03DC61116}"/>
                </a:ext>
              </a:extLst>
            </p:cNvPr>
            <p:cNvSpPr/>
            <p:nvPr/>
          </p:nvSpPr>
          <p:spPr>
            <a:xfrm>
              <a:off x="9753571" y="5287410"/>
              <a:ext cx="439242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7DE88CB-5BA1-20A5-07A9-9CE0E75C949D}"/>
                </a:ext>
              </a:extLst>
            </p:cNvPr>
            <p:cNvCxnSpPr>
              <a:cxnSpLocks/>
              <a:stCxn id="150" idx="3"/>
              <a:endCxn id="55" idx="1"/>
            </p:cNvCxnSpPr>
            <p:nvPr/>
          </p:nvCxnSpPr>
          <p:spPr>
            <a:xfrm>
              <a:off x="7747278" y="4140480"/>
              <a:ext cx="665491" cy="392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BF22C50-31F6-E312-3CBC-DD0CF8C480EC}"/>
                </a:ext>
              </a:extLst>
            </p:cNvPr>
            <p:cNvCxnSpPr>
              <a:cxnSpLocks/>
              <a:stCxn id="56" idx="1"/>
              <a:endCxn id="55" idx="3"/>
            </p:cNvCxnSpPr>
            <p:nvPr/>
          </p:nvCxnSpPr>
          <p:spPr>
            <a:xfrm flipH="1">
              <a:off x="8452884" y="4143816"/>
              <a:ext cx="89079" cy="58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06A8F89-04CA-D633-0EFA-1CFED6E55C26}"/>
                </a:ext>
              </a:extLst>
            </p:cNvPr>
            <p:cNvCxnSpPr>
              <a:cxnSpLocks/>
              <a:stCxn id="57" idx="3"/>
              <a:endCxn id="58" idx="1"/>
            </p:cNvCxnSpPr>
            <p:nvPr/>
          </p:nvCxnSpPr>
          <p:spPr>
            <a:xfrm>
              <a:off x="9570344" y="4147071"/>
              <a:ext cx="18322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B6E33C2-3203-8D4A-B544-D97450048863}"/>
                </a:ext>
              </a:extLst>
            </p:cNvPr>
            <p:cNvCxnSpPr>
              <a:cxnSpLocks/>
              <a:stCxn id="65" idx="1"/>
              <a:endCxn id="64" idx="3"/>
            </p:cNvCxnSpPr>
            <p:nvPr/>
          </p:nvCxnSpPr>
          <p:spPr>
            <a:xfrm flipH="1" flipV="1">
              <a:off x="8404077" y="4352226"/>
              <a:ext cx="1351552" cy="459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86C1AAF-1116-A6C2-BA67-C1579E4A7994}"/>
                </a:ext>
              </a:extLst>
            </p:cNvPr>
            <p:cNvCxnSpPr>
              <a:cxnSpLocks/>
            </p:cNvCxnSpPr>
            <p:nvPr/>
          </p:nvCxnSpPr>
          <p:spPr>
            <a:xfrm>
              <a:off x="10019763" y="4470665"/>
              <a:ext cx="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48635568-03ED-1103-D9C4-E11DFA38D615}"/>
                </a:ext>
              </a:extLst>
            </p:cNvPr>
            <p:cNvSpPr/>
            <p:nvPr/>
          </p:nvSpPr>
          <p:spPr>
            <a:xfrm>
              <a:off x="9530229" y="4476481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F6555A2-3543-65E4-C4B8-AAEFB0BD38FE}"/>
                </a:ext>
              </a:extLst>
            </p:cNvPr>
            <p:cNvCxnSpPr>
              <a:cxnSpLocks/>
              <a:stCxn id="110" idx="3"/>
              <a:endCxn id="68" idx="1"/>
            </p:cNvCxnSpPr>
            <p:nvPr/>
          </p:nvCxnSpPr>
          <p:spPr>
            <a:xfrm>
              <a:off x="9570344" y="4552668"/>
              <a:ext cx="185285" cy="149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C4FE627-9163-97EE-F60B-4A880E68056C}"/>
                </a:ext>
              </a:extLst>
            </p:cNvPr>
            <p:cNvCxnSpPr>
              <a:cxnSpLocks/>
              <a:stCxn id="155" idx="3"/>
              <a:endCxn id="67" idx="1"/>
            </p:cNvCxnSpPr>
            <p:nvPr/>
          </p:nvCxnSpPr>
          <p:spPr>
            <a:xfrm>
              <a:off x="7747278" y="4551181"/>
              <a:ext cx="1423403" cy="148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B920662-E339-5FF5-03BE-1F4A7698915B}"/>
                </a:ext>
              </a:extLst>
            </p:cNvPr>
            <p:cNvCxnSpPr>
              <a:cxnSpLocks/>
              <a:stCxn id="67" idx="3"/>
              <a:endCxn id="110" idx="1"/>
            </p:cNvCxnSpPr>
            <p:nvPr/>
          </p:nvCxnSpPr>
          <p:spPr>
            <a:xfrm>
              <a:off x="9489765" y="4552667"/>
              <a:ext cx="4046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A42621D8-8888-6C92-4C92-2CCC0DF8BA84}"/>
                </a:ext>
              </a:extLst>
            </p:cNvPr>
            <p:cNvSpPr/>
            <p:nvPr/>
          </p:nvSpPr>
          <p:spPr>
            <a:xfrm>
              <a:off x="9530229" y="4685583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E70E673-0D80-3369-E12E-F8AA6A639452}"/>
                </a:ext>
              </a:extLst>
            </p:cNvPr>
            <p:cNvCxnSpPr>
              <a:cxnSpLocks/>
              <a:stCxn id="115" idx="3"/>
              <a:endCxn id="72" idx="1"/>
            </p:cNvCxnSpPr>
            <p:nvPr/>
          </p:nvCxnSpPr>
          <p:spPr>
            <a:xfrm>
              <a:off x="9570344" y="4761770"/>
              <a:ext cx="183226" cy="173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E358390D-ACA1-1F12-2A4A-FE162EC844F6}"/>
                </a:ext>
              </a:extLst>
            </p:cNvPr>
            <p:cNvCxnSpPr>
              <a:cxnSpLocks/>
              <a:stCxn id="151" idx="3"/>
              <a:endCxn id="69" idx="1"/>
            </p:cNvCxnSpPr>
            <p:nvPr/>
          </p:nvCxnSpPr>
          <p:spPr>
            <a:xfrm>
              <a:off x="7747279" y="4764564"/>
              <a:ext cx="159565" cy="17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B663D1C-52B3-7D95-7DC4-394A0C6EE98A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8225928" y="4763904"/>
              <a:ext cx="316035" cy="83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A7F630E-F63C-2D65-09CC-113C52D0EE42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 flipV="1">
              <a:off x="8582078" y="4761770"/>
              <a:ext cx="88373" cy="213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885FAFD-6590-49F1-E4BE-9A8B3D15DD4C}"/>
                </a:ext>
              </a:extLst>
            </p:cNvPr>
            <p:cNvCxnSpPr>
              <a:cxnSpLocks/>
              <a:stCxn id="115" idx="1"/>
              <a:endCxn id="71" idx="3"/>
            </p:cNvCxnSpPr>
            <p:nvPr/>
          </p:nvCxnSpPr>
          <p:spPr>
            <a:xfrm flipH="1">
              <a:off x="8710566" y="4761770"/>
              <a:ext cx="81966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CACB836C-C7FE-9370-25C4-A3D8AC8D1EBB}"/>
                </a:ext>
              </a:extLst>
            </p:cNvPr>
            <p:cNvSpPr/>
            <p:nvPr/>
          </p:nvSpPr>
          <p:spPr>
            <a:xfrm>
              <a:off x="8670451" y="4888209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67A0266B-60EF-FFAC-18DB-5BAF8C41953B}"/>
                </a:ext>
              </a:extLst>
            </p:cNvPr>
            <p:cNvSpPr/>
            <p:nvPr/>
          </p:nvSpPr>
          <p:spPr>
            <a:xfrm>
              <a:off x="9530229" y="4888418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042ED9C7-E48A-2D8D-FCC1-3B1997E9689C}"/>
                </a:ext>
              </a:extLst>
            </p:cNvPr>
            <p:cNvSpPr/>
            <p:nvPr/>
          </p:nvSpPr>
          <p:spPr>
            <a:xfrm>
              <a:off x="9658742" y="4888209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9BB2692-D308-CD07-0235-1267C3DC2A2C}"/>
                </a:ext>
              </a:extLst>
            </p:cNvPr>
            <p:cNvCxnSpPr>
              <a:cxnSpLocks/>
              <a:stCxn id="123" idx="1"/>
              <a:endCxn id="122" idx="3"/>
            </p:cNvCxnSpPr>
            <p:nvPr/>
          </p:nvCxnSpPr>
          <p:spPr>
            <a:xfrm flipH="1">
              <a:off x="9570343" y="4964396"/>
              <a:ext cx="88399" cy="20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9037DB5-9785-5154-A2B4-D7A50A498C54}"/>
                </a:ext>
              </a:extLst>
            </p:cNvPr>
            <p:cNvCxnSpPr>
              <a:cxnSpLocks/>
              <a:stCxn id="76" idx="1"/>
              <a:endCxn id="123" idx="3"/>
            </p:cNvCxnSpPr>
            <p:nvPr/>
          </p:nvCxnSpPr>
          <p:spPr>
            <a:xfrm flipH="1" flipV="1">
              <a:off x="9698857" y="4964396"/>
              <a:ext cx="54714" cy="189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B83581F-4656-7F83-7456-214F9A427173}"/>
                </a:ext>
              </a:extLst>
            </p:cNvPr>
            <p:cNvCxnSpPr>
              <a:cxnSpLocks/>
              <a:stCxn id="73" idx="3"/>
              <a:endCxn id="74" idx="1"/>
            </p:cNvCxnSpPr>
            <p:nvPr/>
          </p:nvCxnSpPr>
          <p:spPr>
            <a:xfrm flipV="1">
              <a:off x="8117134" y="4964396"/>
              <a:ext cx="425177" cy="91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AE7CB3E-FFBF-5A71-D3C6-9DF9E966CFC0}"/>
                </a:ext>
              </a:extLst>
            </p:cNvPr>
            <p:cNvCxnSpPr>
              <a:cxnSpLocks/>
              <a:stCxn id="152" idx="3"/>
              <a:endCxn id="73" idx="1"/>
            </p:cNvCxnSpPr>
            <p:nvPr/>
          </p:nvCxnSpPr>
          <p:spPr>
            <a:xfrm>
              <a:off x="7747278" y="4964396"/>
              <a:ext cx="50772" cy="91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805E6B9-442C-A060-37DE-AF872FF37BEB}"/>
                </a:ext>
              </a:extLst>
            </p:cNvPr>
            <p:cNvCxnSpPr>
              <a:cxnSpLocks/>
              <a:stCxn id="121" idx="1"/>
              <a:endCxn id="74" idx="3"/>
            </p:cNvCxnSpPr>
            <p:nvPr/>
          </p:nvCxnSpPr>
          <p:spPr>
            <a:xfrm flipH="1">
              <a:off x="8582425" y="4964396"/>
              <a:ext cx="88026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A9473F8-F9C9-B6E3-D48A-3BBBF8801165}"/>
                </a:ext>
              </a:extLst>
            </p:cNvPr>
            <p:cNvCxnSpPr>
              <a:cxnSpLocks/>
              <a:stCxn id="121" idx="3"/>
              <a:endCxn id="75" idx="1"/>
            </p:cNvCxnSpPr>
            <p:nvPr/>
          </p:nvCxnSpPr>
          <p:spPr>
            <a:xfrm>
              <a:off x="8710566" y="4964396"/>
              <a:ext cx="54740" cy="39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570DDFA-4ED5-D267-21A9-0809A2851184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>
              <a:off x="9084390" y="4964794"/>
              <a:ext cx="319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16EC44D-0BD4-0DFF-4FFE-5CEEA8F8908A}"/>
                </a:ext>
              </a:extLst>
            </p:cNvPr>
            <p:cNvCxnSpPr>
              <a:cxnSpLocks/>
              <a:stCxn id="77" idx="3"/>
              <a:endCxn id="122" idx="1"/>
            </p:cNvCxnSpPr>
            <p:nvPr/>
          </p:nvCxnSpPr>
          <p:spPr>
            <a:xfrm flipV="1">
              <a:off x="9435374" y="4964604"/>
              <a:ext cx="94855" cy="19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B14B1B86-0763-F072-8294-D6BD2B639B83}"/>
                </a:ext>
              </a:extLst>
            </p:cNvPr>
            <p:cNvSpPr/>
            <p:nvPr/>
          </p:nvSpPr>
          <p:spPr>
            <a:xfrm>
              <a:off x="9530229" y="5089276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2795AFD9-CF11-E1B9-B212-E478296D95C4}"/>
                </a:ext>
              </a:extLst>
            </p:cNvPr>
            <p:cNvSpPr/>
            <p:nvPr/>
          </p:nvSpPr>
          <p:spPr>
            <a:xfrm>
              <a:off x="8411391" y="5091178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7C1EF81-1633-E69B-0311-6AD2AC1B67AA}"/>
                </a:ext>
              </a:extLst>
            </p:cNvPr>
            <p:cNvSpPr/>
            <p:nvPr/>
          </p:nvSpPr>
          <p:spPr>
            <a:xfrm>
              <a:off x="9659184" y="5090243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377BAE53-D3EB-CDBE-51E9-D1BABE2736FA}"/>
                </a:ext>
              </a:extLst>
            </p:cNvPr>
            <p:cNvSpPr/>
            <p:nvPr/>
          </p:nvSpPr>
          <p:spPr>
            <a:xfrm>
              <a:off x="8542310" y="5089310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7267945B-787A-3E34-8F6D-80DD1914E96C}"/>
                </a:ext>
              </a:extLst>
            </p:cNvPr>
            <p:cNvSpPr/>
            <p:nvPr/>
          </p:nvSpPr>
          <p:spPr>
            <a:xfrm>
              <a:off x="8670451" y="5086087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AA8E813-8012-9A64-9115-55929FCE10D7}"/>
                </a:ext>
              </a:extLst>
            </p:cNvPr>
            <p:cNvCxnSpPr>
              <a:cxnSpLocks/>
              <a:stCxn id="134" idx="3"/>
              <a:endCxn id="136" idx="1"/>
            </p:cNvCxnSpPr>
            <p:nvPr/>
          </p:nvCxnSpPr>
          <p:spPr>
            <a:xfrm flipV="1">
              <a:off x="8451506" y="5165496"/>
              <a:ext cx="90804" cy="186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CFAD95E-89C7-9764-6A38-0F4A37B024DE}"/>
                </a:ext>
              </a:extLst>
            </p:cNvPr>
            <p:cNvCxnSpPr>
              <a:cxnSpLocks/>
              <a:stCxn id="136" idx="3"/>
              <a:endCxn id="138" idx="1"/>
            </p:cNvCxnSpPr>
            <p:nvPr/>
          </p:nvCxnSpPr>
          <p:spPr>
            <a:xfrm flipV="1">
              <a:off x="8582425" y="5162274"/>
              <a:ext cx="88026" cy="32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33548E0-1C95-C208-53FB-B2FD639E6938}"/>
                </a:ext>
              </a:extLst>
            </p:cNvPr>
            <p:cNvCxnSpPr>
              <a:cxnSpLocks/>
              <a:stCxn id="138" idx="3"/>
              <a:endCxn id="133" idx="1"/>
            </p:cNvCxnSpPr>
            <p:nvPr/>
          </p:nvCxnSpPr>
          <p:spPr>
            <a:xfrm>
              <a:off x="8710566" y="5162274"/>
              <a:ext cx="819663" cy="318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E51E5CC-6813-F32D-5807-DAE864F08891}"/>
                </a:ext>
              </a:extLst>
            </p:cNvPr>
            <p:cNvCxnSpPr>
              <a:cxnSpLocks/>
              <a:stCxn id="133" idx="3"/>
              <a:endCxn id="135" idx="1"/>
            </p:cNvCxnSpPr>
            <p:nvPr/>
          </p:nvCxnSpPr>
          <p:spPr>
            <a:xfrm>
              <a:off x="9570343" y="5165463"/>
              <a:ext cx="88840" cy="96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DB00491-12F1-6A73-9D39-431F60A3ABB2}"/>
                </a:ext>
              </a:extLst>
            </p:cNvPr>
            <p:cNvCxnSpPr>
              <a:cxnSpLocks/>
              <a:stCxn id="78" idx="1"/>
              <a:endCxn id="135" idx="3"/>
            </p:cNvCxnSpPr>
            <p:nvPr/>
          </p:nvCxnSpPr>
          <p:spPr>
            <a:xfrm flipH="1" flipV="1">
              <a:off x="9699299" y="5166430"/>
              <a:ext cx="54272" cy="56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2C60AD97-B1B6-3F79-794A-920730E068DB}"/>
                </a:ext>
              </a:extLst>
            </p:cNvPr>
            <p:cNvSpPr/>
            <p:nvPr/>
          </p:nvSpPr>
          <p:spPr>
            <a:xfrm>
              <a:off x="9530229" y="5285916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826CF07-AE6B-F54C-3AAA-99A16593F969}"/>
                </a:ext>
              </a:extLst>
            </p:cNvPr>
            <p:cNvCxnSpPr>
              <a:cxnSpLocks/>
              <a:stCxn id="145" idx="3"/>
              <a:endCxn id="81" idx="1"/>
            </p:cNvCxnSpPr>
            <p:nvPr/>
          </p:nvCxnSpPr>
          <p:spPr>
            <a:xfrm>
              <a:off x="9570344" y="5362103"/>
              <a:ext cx="183227" cy="149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26B214E1-CA5D-C795-BF9E-1A20EDB1D90D}"/>
                </a:ext>
              </a:extLst>
            </p:cNvPr>
            <p:cNvSpPr/>
            <p:nvPr/>
          </p:nvSpPr>
          <p:spPr>
            <a:xfrm>
              <a:off x="7706324" y="4064294"/>
              <a:ext cx="40954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7AF2B1B2-C452-06B0-21C6-0E195CA96C68}"/>
                </a:ext>
              </a:extLst>
            </p:cNvPr>
            <p:cNvSpPr/>
            <p:nvPr/>
          </p:nvSpPr>
          <p:spPr>
            <a:xfrm>
              <a:off x="7707164" y="4688377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F9CF2FA7-6120-7951-C097-ECBFF6D185E2}"/>
                </a:ext>
              </a:extLst>
            </p:cNvPr>
            <p:cNvSpPr/>
            <p:nvPr/>
          </p:nvSpPr>
          <p:spPr>
            <a:xfrm>
              <a:off x="7707164" y="4888209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53" name="Rounded Rectangle 152">
              <a:extLst>
                <a:ext uri="{FF2B5EF4-FFF2-40B4-BE49-F238E27FC236}">
                  <a16:creationId xmlns:a16="http://schemas.microsoft.com/office/drawing/2014/main" id="{C80D5432-F552-661B-C905-2BEA6A5527BD}"/>
                </a:ext>
              </a:extLst>
            </p:cNvPr>
            <p:cNvSpPr/>
            <p:nvPr/>
          </p:nvSpPr>
          <p:spPr>
            <a:xfrm>
              <a:off x="7707164" y="5091178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577776B8-B054-F082-8D15-E43EEF4010DF}"/>
                </a:ext>
              </a:extLst>
            </p:cNvPr>
            <p:cNvSpPr/>
            <p:nvPr/>
          </p:nvSpPr>
          <p:spPr>
            <a:xfrm>
              <a:off x="7707232" y="5285916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F757B850-CAB1-EF08-5B92-83C1A777DB86}"/>
                </a:ext>
              </a:extLst>
            </p:cNvPr>
            <p:cNvSpPr/>
            <p:nvPr/>
          </p:nvSpPr>
          <p:spPr>
            <a:xfrm>
              <a:off x="7707164" y="4474994"/>
              <a:ext cx="40115" cy="152373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90108D3-70D1-432C-D517-3AC02671D740}"/>
                </a:ext>
              </a:extLst>
            </p:cNvPr>
            <p:cNvCxnSpPr>
              <a:cxnSpLocks/>
              <a:stCxn id="70" idx="0"/>
              <a:endCxn id="56" idx="2"/>
            </p:cNvCxnSpPr>
            <p:nvPr/>
          </p:nvCxnSpPr>
          <p:spPr>
            <a:xfrm flipV="1">
              <a:off x="8562021" y="4220003"/>
              <a:ext cx="0" cy="46771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A3E96AB-F35B-5B58-E1B0-9AD9952F60E7}"/>
                </a:ext>
              </a:extLst>
            </p:cNvPr>
            <p:cNvCxnSpPr>
              <a:cxnSpLocks/>
              <a:stCxn id="70" idx="2"/>
              <a:endCxn id="74" idx="0"/>
            </p:cNvCxnSpPr>
            <p:nvPr/>
          </p:nvCxnSpPr>
          <p:spPr>
            <a:xfrm>
              <a:off x="8562021" y="4840090"/>
              <a:ext cx="347" cy="481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80507CD-C611-7646-CA7B-2A3151AFB0B9}"/>
                </a:ext>
              </a:extLst>
            </p:cNvPr>
            <p:cNvCxnSpPr>
              <a:cxnSpLocks/>
              <a:stCxn id="74" idx="2"/>
              <a:endCxn id="136" idx="0"/>
            </p:cNvCxnSpPr>
            <p:nvPr/>
          </p:nvCxnSpPr>
          <p:spPr>
            <a:xfrm>
              <a:off x="8562368" y="5040582"/>
              <a:ext cx="0" cy="4872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97603A0A-BAA2-DAEF-6AA4-B3D88804D5B8}"/>
                </a:ext>
              </a:extLst>
            </p:cNvPr>
            <p:cNvCxnSpPr>
              <a:cxnSpLocks/>
              <a:stCxn id="121" idx="2"/>
              <a:endCxn id="138" idx="0"/>
            </p:cNvCxnSpPr>
            <p:nvPr/>
          </p:nvCxnSpPr>
          <p:spPr>
            <a:xfrm>
              <a:off x="8690509" y="5040582"/>
              <a:ext cx="0" cy="4550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B05EE5B-2A4D-D693-C79D-AB485DEE9947}"/>
                </a:ext>
              </a:extLst>
            </p:cNvPr>
            <p:cNvCxnSpPr>
              <a:cxnSpLocks/>
              <a:stCxn id="71" idx="2"/>
              <a:endCxn id="121" idx="0"/>
            </p:cNvCxnSpPr>
            <p:nvPr/>
          </p:nvCxnSpPr>
          <p:spPr>
            <a:xfrm>
              <a:off x="8690509" y="4837956"/>
              <a:ext cx="0" cy="5025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EA86C0B1-AA23-8F98-8CAB-35AC9325780B}"/>
                </a:ext>
              </a:extLst>
            </p:cNvPr>
            <p:cNvCxnSpPr>
              <a:cxnSpLocks/>
              <a:stCxn id="57" idx="2"/>
              <a:endCxn id="110" idx="0"/>
            </p:cNvCxnSpPr>
            <p:nvPr/>
          </p:nvCxnSpPr>
          <p:spPr>
            <a:xfrm>
              <a:off x="9550287" y="4223257"/>
              <a:ext cx="0" cy="2532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A3EDEEB-92D6-D5AC-36EC-8DB8134A174A}"/>
                </a:ext>
              </a:extLst>
            </p:cNvPr>
            <p:cNvCxnSpPr>
              <a:cxnSpLocks/>
              <a:stCxn id="110" idx="2"/>
              <a:endCxn id="115" idx="0"/>
            </p:cNvCxnSpPr>
            <p:nvPr/>
          </p:nvCxnSpPr>
          <p:spPr>
            <a:xfrm>
              <a:off x="9550287" y="4628854"/>
              <a:ext cx="0" cy="5672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AA615949-0B3B-BA60-E32E-E23ACC734D02}"/>
                </a:ext>
              </a:extLst>
            </p:cNvPr>
            <p:cNvCxnSpPr>
              <a:cxnSpLocks/>
              <a:stCxn id="115" idx="2"/>
              <a:endCxn id="122" idx="0"/>
            </p:cNvCxnSpPr>
            <p:nvPr/>
          </p:nvCxnSpPr>
          <p:spPr>
            <a:xfrm>
              <a:off x="9550287" y="4837956"/>
              <a:ext cx="0" cy="5046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2ADE009-5A05-0352-9CD3-18B789D37199}"/>
                </a:ext>
              </a:extLst>
            </p:cNvPr>
            <p:cNvCxnSpPr>
              <a:cxnSpLocks/>
              <a:stCxn id="122" idx="2"/>
              <a:endCxn id="133" idx="0"/>
            </p:cNvCxnSpPr>
            <p:nvPr/>
          </p:nvCxnSpPr>
          <p:spPr>
            <a:xfrm>
              <a:off x="9550287" y="5040791"/>
              <a:ext cx="0" cy="4848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642D607-FD30-F659-B092-20CA0C841AB5}"/>
                </a:ext>
              </a:extLst>
            </p:cNvPr>
            <p:cNvCxnSpPr>
              <a:cxnSpLocks/>
              <a:stCxn id="133" idx="2"/>
              <a:endCxn id="145" idx="0"/>
            </p:cNvCxnSpPr>
            <p:nvPr/>
          </p:nvCxnSpPr>
          <p:spPr>
            <a:xfrm>
              <a:off x="9550287" y="5241649"/>
              <a:ext cx="0" cy="4426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000712B-9212-834F-2A47-B9343331775D}"/>
                </a:ext>
              </a:extLst>
            </p:cNvPr>
            <p:cNvCxnSpPr>
              <a:cxnSpLocks/>
              <a:stCxn id="123" idx="2"/>
              <a:endCxn id="135" idx="0"/>
            </p:cNvCxnSpPr>
            <p:nvPr/>
          </p:nvCxnSpPr>
          <p:spPr>
            <a:xfrm>
              <a:off x="9678800" y="5040582"/>
              <a:ext cx="442" cy="4966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F24D48C-94C4-8009-B2EC-33CD645D5B72}"/>
                </a:ext>
              </a:extLst>
            </p:cNvPr>
            <p:cNvCxnSpPr>
              <a:cxnSpLocks/>
              <a:stCxn id="150" idx="2"/>
              <a:endCxn id="49" idx="0"/>
            </p:cNvCxnSpPr>
            <p:nvPr/>
          </p:nvCxnSpPr>
          <p:spPr>
            <a:xfrm>
              <a:off x="7726801" y="4216667"/>
              <a:ext cx="421" cy="5677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5558437-B7C5-80B1-EA00-464FA082D010}"/>
                </a:ext>
              </a:extLst>
            </p:cNvPr>
            <p:cNvCxnSpPr>
              <a:cxnSpLocks/>
              <a:stCxn id="155" idx="0"/>
              <a:endCxn id="49" idx="2"/>
            </p:cNvCxnSpPr>
            <p:nvPr/>
          </p:nvCxnSpPr>
          <p:spPr>
            <a:xfrm flipV="1">
              <a:off x="7727222" y="4425819"/>
              <a:ext cx="0" cy="4917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3F7BDBB-1346-82DB-6C95-6B86ECB2564C}"/>
                </a:ext>
              </a:extLst>
            </p:cNvPr>
            <p:cNvCxnSpPr>
              <a:cxnSpLocks/>
              <a:endCxn id="155" idx="2"/>
            </p:cNvCxnSpPr>
            <p:nvPr/>
          </p:nvCxnSpPr>
          <p:spPr>
            <a:xfrm flipV="1">
              <a:off x="7727221" y="4627367"/>
              <a:ext cx="0" cy="5724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0A49A93-F8B0-1128-284E-DD32D5A9B33E}"/>
                </a:ext>
              </a:extLst>
            </p:cNvPr>
            <p:cNvCxnSpPr>
              <a:cxnSpLocks/>
              <a:stCxn id="151" idx="2"/>
              <a:endCxn id="152" idx="0"/>
            </p:cNvCxnSpPr>
            <p:nvPr/>
          </p:nvCxnSpPr>
          <p:spPr>
            <a:xfrm>
              <a:off x="7727222" y="4840750"/>
              <a:ext cx="0" cy="4745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07E28BA-069C-6AAB-BBA9-49F0ED2A4910}"/>
                </a:ext>
              </a:extLst>
            </p:cNvPr>
            <p:cNvCxnSpPr>
              <a:cxnSpLocks/>
              <a:stCxn id="152" idx="2"/>
              <a:endCxn id="153" idx="0"/>
            </p:cNvCxnSpPr>
            <p:nvPr/>
          </p:nvCxnSpPr>
          <p:spPr>
            <a:xfrm>
              <a:off x="7727222" y="5040582"/>
              <a:ext cx="0" cy="5059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0E0EC6E-6679-813A-9085-87C6DDA7F54E}"/>
                </a:ext>
              </a:extLst>
            </p:cNvPr>
            <p:cNvCxnSpPr>
              <a:cxnSpLocks/>
              <a:stCxn id="153" idx="2"/>
              <a:endCxn id="154" idx="0"/>
            </p:cNvCxnSpPr>
            <p:nvPr/>
          </p:nvCxnSpPr>
          <p:spPr>
            <a:xfrm>
              <a:off x="7727222" y="5243551"/>
              <a:ext cx="68" cy="4236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03F3634B-AD09-D55E-91EA-769B0E4F9664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5257800" y="5305080"/>
              <a:ext cx="188343" cy="0"/>
            </a:xfrm>
            <a:prstGeom prst="straightConnector1">
              <a:avLst/>
            </a:prstGeom>
            <a:ln w="3492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C9863A66-95AC-3E64-1618-139BA8DD0C9D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7319763" y="5305080"/>
              <a:ext cx="198013" cy="0"/>
            </a:xfrm>
            <a:prstGeom prst="straightConnector1">
              <a:avLst/>
            </a:prstGeom>
            <a:ln w="3492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A109BEA4-EBC5-27BD-EFF6-6BEB443AA99F}"/>
                </a:ext>
              </a:extLst>
            </p:cNvPr>
            <p:cNvCxnSpPr>
              <a:cxnSpLocks/>
              <a:stCxn id="289" idx="1"/>
              <a:endCxn id="44" idx="0"/>
            </p:cNvCxnSpPr>
            <p:nvPr/>
          </p:nvCxnSpPr>
          <p:spPr>
            <a:xfrm flipH="1">
              <a:off x="3827934" y="321552"/>
              <a:ext cx="944383" cy="440757"/>
            </a:xfrm>
            <a:prstGeom prst="straightConnector1">
              <a:avLst/>
            </a:prstGeom>
            <a:ln w="3492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9025099F-CEEB-49CE-674D-0B298A4F0D64}"/>
                </a:ext>
              </a:extLst>
            </p:cNvPr>
            <p:cNvCxnSpPr>
              <a:cxnSpLocks/>
              <a:stCxn id="289" idx="3"/>
              <a:endCxn id="246" idx="0"/>
            </p:cNvCxnSpPr>
            <p:nvPr/>
          </p:nvCxnSpPr>
          <p:spPr>
            <a:xfrm>
              <a:off x="8066135" y="321552"/>
              <a:ext cx="871837" cy="429888"/>
            </a:xfrm>
            <a:prstGeom prst="straightConnector1">
              <a:avLst/>
            </a:prstGeom>
            <a:ln w="3492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110254E6-E862-754D-59AD-2AB85B0402E2}"/>
                </a:ext>
              </a:extLst>
            </p:cNvPr>
            <p:cNvGrpSpPr/>
            <p:nvPr/>
          </p:nvGrpSpPr>
          <p:grpSpPr>
            <a:xfrm>
              <a:off x="4772318" y="59617"/>
              <a:ext cx="3293818" cy="523869"/>
              <a:chOff x="5331065" y="1185712"/>
              <a:chExt cx="1873621" cy="906837"/>
            </a:xfrm>
          </p:grpSpPr>
          <p:sp>
            <p:nvSpPr>
              <p:cNvPr id="289" name="Rounded Rectangle 288">
                <a:extLst>
                  <a:ext uri="{FF2B5EF4-FFF2-40B4-BE49-F238E27FC236}">
                    <a16:creationId xmlns:a16="http://schemas.microsoft.com/office/drawing/2014/main" id="{6976071B-04DD-64FB-E00C-FB7EC58C27CA}"/>
                  </a:ext>
                </a:extLst>
              </p:cNvPr>
              <p:cNvSpPr/>
              <p:nvPr/>
            </p:nvSpPr>
            <p:spPr>
              <a:xfrm>
                <a:off x="5331065" y="1185712"/>
                <a:ext cx="1873620" cy="90683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40000">
                    <a:schemeClr val="accent2">
                      <a:lumMod val="40000"/>
                      <a:lumOff val="60000"/>
                    </a:schemeClr>
                  </a:gs>
                  <a:gs pos="76000">
                    <a:schemeClr val="accent4">
                      <a:lumMod val="60000"/>
                      <a:lumOff val="40000"/>
                    </a:schemeClr>
                  </a:gs>
                  <a:gs pos="98000">
                    <a:schemeClr val="accent4">
                      <a:lumMod val="75000"/>
                    </a:schemeClr>
                  </a:gs>
                </a:gsLst>
                <a:lin ang="2700000" scaled="1"/>
                <a:tileRect/>
              </a:gradFill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F9E2D490-70E8-04F6-E0E8-FB647FC13DF8}"/>
                  </a:ext>
                </a:extLst>
              </p:cNvPr>
              <p:cNvSpPr txBox="1"/>
              <p:nvPr/>
            </p:nvSpPr>
            <p:spPr>
              <a:xfrm>
                <a:off x="5331065" y="1317773"/>
                <a:ext cx="1873621" cy="639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Western Baltic cod </a:t>
                </a:r>
                <a:r>
                  <a:rPr lang="de-D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collapse</a:t>
                </a:r>
                <a:endParaRPr lang="en-D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2B5D3FFE-4257-EF9D-E896-172D950910C8}"/>
                </a:ext>
              </a:extLst>
            </p:cNvPr>
            <p:cNvSpPr txBox="1"/>
            <p:nvPr/>
          </p:nvSpPr>
          <p:spPr>
            <a:xfrm>
              <a:off x="9674358" y="4044759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1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EA44E016-EFEF-A6DC-E779-9E25C2F5AE29}"/>
                </a:ext>
              </a:extLst>
            </p:cNvPr>
            <p:cNvSpPr txBox="1"/>
            <p:nvPr/>
          </p:nvSpPr>
          <p:spPr>
            <a:xfrm>
              <a:off x="9680685" y="4256305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2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0FECCC0-07E7-32A0-B9B4-0D76593D45BD}"/>
                </a:ext>
              </a:extLst>
            </p:cNvPr>
            <p:cNvSpPr txBox="1"/>
            <p:nvPr/>
          </p:nvSpPr>
          <p:spPr>
            <a:xfrm>
              <a:off x="9678788" y="4455504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3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26E999BC-2359-636E-707F-D503FCEBF87B}"/>
                </a:ext>
              </a:extLst>
            </p:cNvPr>
            <p:cNvSpPr txBox="1"/>
            <p:nvPr/>
          </p:nvSpPr>
          <p:spPr>
            <a:xfrm>
              <a:off x="9678713" y="4663242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4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248A4288-3373-F924-A04C-A02CFF911824}"/>
                </a:ext>
              </a:extLst>
            </p:cNvPr>
            <p:cNvSpPr txBox="1"/>
            <p:nvPr/>
          </p:nvSpPr>
          <p:spPr>
            <a:xfrm>
              <a:off x="9675390" y="4861007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5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5583513F-DEB9-9452-918E-C2F38F2F2B96}"/>
                </a:ext>
              </a:extLst>
            </p:cNvPr>
            <p:cNvSpPr txBox="1"/>
            <p:nvPr/>
          </p:nvSpPr>
          <p:spPr>
            <a:xfrm>
              <a:off x="9671777" y="5061492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7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6B389737-93CB-1C17-44C7-67C17D29B6E2}"/>
                </a:ext>
              </a:extLst>
            </p:cNvPr>
            <p:cNvSpPr txBox="1"/>
            <p:nvPr/>
          </p:nvSpPr>
          <p:spPr>
            <a:xfrm>
              <a:off x="9682452" y="5262074"/>
              <a:ext cx="657468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DE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2206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BB7D-95C5-A36E-2DF6-5D3928C8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850238-3F5E-962C-5BA1-4C06A1D048B9}"/>
              </a:ext>
            </a:extLst>
          </p:cNvPr>
          <p:cNvSpPr txBox="1"/>
          <p:nvPr/>
        </p:nvSpPr>
        <p:spPr>
          <a:xfrm>
            <a:off x="1220972" y="262271"/>
            <a:ext cx="835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Average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472ECB-6A19-3952-2052-FC1966F01E66}"/>
              </a:ext>
            </a:extLst>
          </p:cNvPr>
          <p:cNvGrpSpPr/>
          <p:nvPr/>
        </p:nvGrpSpPr>
        <p:grpSpPr>
          <a:xfrm>
            <a:off x="1576525" y="769128"/>
            <a:ext cx="9301745" cy="5239671"/>
            <a:chOff x="433524" y="769127"/>
            <a:chExt cx="9301745" cy="523967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AF44C62-0EF5-98EB-87B0-873D12015185}"/>
                </a:ext>
              </a:extLst>
            </p:cNvPr>
            <p:cNvGrpSpPr/>
            <p:nvPr/>
          </p:nvGrpSpPr>
          <p:grpSpPr>
            <a:xfrm>
              <a:off x="433524" y="769127"/>
              <a:ext cx="9301745" cy="5239671"/>
              <a:chOff x="433524" y="769127"/>
              <a:chExt cx="9301745" cy="5239671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04B9E226-9A99-1958-BB58-F01AF9C6A20F}"/>
                  </a:ext>
                </a:extLst>
              </p:cNvPr>
              <p:cNvCxnSpPr>
                <a:cxnSpLocks/>
                <a:stCxn id="2" idx="1"/>
                <a:endCxn id="709" idx="0"/>
              </p:cNvCxnSpPr>
              <p:nvPr/>
            </p:nvCxnSpPr>
            <p:spPr>
              <a:xfrm flipH="1">
                <a:off x="550756" y="2173744"/>
                <a:ext cx="1951" cy="166962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711F54DC-A78F-3AB8-3EB0-89E47218014E}"/>
                  </a:ext>
                </a:extLst>
              </p:cNvPr>
              <p:cNvCxnSpPr>
                <a:cxnSpLocks/>
                <a:stCxn id="89" idx="1"/>
                <a:endCxn id="13" idx="0"/>
              </p:cNvCxnSpPr>
              <p:nvPr/>
            </p:nvCxnSpPr>
            <p:spPr>
              <a:xfrm>
                <a:off x="2076808" y="2177228"/>
                <a:ext cx="0" cy="156132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EDC6743-25CA-0F6A-19AE-1CF8955754E9}"/>
                  </a:ext>
                </a:extLst>
              </p:cNvPr>
              <p:cNvCxnSpPr>
                <a:cxnSpLocks/>
                <a:stCxn id="90" idx="1"/>
                <a:endCxn id="31" idx="0"/>
              </p:cNvCxnSpPr>
              <p:nvPr/>
            </p:nvCxnSpPr>
            <p:spPr>
              <a:xfrm flipH="1">
                <a:off x="2308774" y="2188881"/>
                <a:ext cx="1" cy="729699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1C76D0ED-A49D-0C3E-AFB9-710A77E95A0A}"/>
                  </a:ext>
                </a:extLst>
              </p:cNvPr>
              <p:cNvCxnSpPr>
                <a:cxnSpLocks/>
                <a:stCxn id="115" idx="1"/>
                <a:endCxn id="43" idx="0"/>
              </p:cNvCxnSpPr>
              <p:nvPr/>
            </p:nvCxnSpPr>
            <p:spPr>
              <a:xfrm flipH="1">
                <a:off x="3176856" y="2170521"/>
                <a:ext cx="1" cy="748937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C7B639D7-53C3-DC4A-3550-30DBD790638C}"/>
                  </a:ext>
                </a:extLst>
              </p:cNvPr>
              <p:cNvCxnSpPr>
                <a:cxnSpLocks/>
                <a:stCxn id="121" idx="1"/>
                <a:endCxn id="17" idx="0"/>
              </p:cNvCxnSpPr>
              <p:nvPr/>
            </p:nvCxnSpPr>
            <p:spPr>
              <a:xfrm flipH="1">
                <a:off x="3432618" y="2169289"/>
                <a:ext cx="2919" cy="164916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CC67ABF5-28FB-F2A9-E576-EBFA0DB76CBA}"/>
                  </a:ext>
                </a:extLst>
              </p:cNvPr>
              <p:cNvCxnSpPr>
                <a:cxnSpLocks/>
                <a:stCxn id="159" idx="1"/>
                <a:endCxn id="19" idx="0"/>
              </p:cNvCxnSpPr>
              <p:nvPr/>
            </p:nvCxnSpPr>
            <p:spPr>
              <a:xfrm>
                <a:off x="5032460" y="2171163"/>
                <a:ext cx="0" cy="178025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4518B79E-5EE6-D265-9C9A-DBEE28CC5396}"/>
                  </a:ext>
                </a:extLst>
              </p:cNvPr>
              <p:cNvCxnSpPr>
                <a:cxnSpLocks/>
                <a:stCxn id="168" idx="1"/>
                <a:endCxn id="21" idx="0"/>
              </p:cNvCxnSpPr>
              <p:nvPr/>
            </p:nvCxnSpPr>
            <p:spPr>
              <a:xfrm flipH="1">
                <a:off x="5299127" y="2165597"/>
                <a:ext cx="1" cy="189352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F1D5C062-9015-606B-7DED-4819412E2DC3}"/>
                  </a:ext>
                </a:extLst>
              </p:cNvPr>
              <p:cNvCxnSpPr>
                <a:cxnSpLocks/>
                <a:stCxn id="183" idx="1"/>
                <a:endCxn id="69" idx="0"/>
              </p:cNvCxnSpPr>
              <p:nvPr/>
            </p:nvCxnSpPr>
            <p:spPr>
              <a:xfrm flipH="1">
                <a:off x="5564337" y="2165597"/>
                <a:ext cx="1" cy="1656095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F4A3D05-C950-C765-DCA5-513A76A7CCE0}"/>
                  </a:ext>
                </a:extLst>
              </p:cNvPr>
              <p:cNvCxnSpPr>
                <a:cxnSpLocks/>
                <a:stCxn id="202" idx="1"/>
                <a:endCxn id="23" idx="0"/>
              </p:cNvCxnSpPr>
              <p:nvPr/>
            </p:nvCxnSpPr>
            <p:spPr>
              <a:xfrm flipH="1">
                <a:off x="7338990" y="2169772"/>
                <a:ext cx="1" cy="185177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64D7A2D6-CF2B-C00C-3E04-C847FBBEA9F7}"/>
                  </a:ext>
                </a:extLst>
              </p:cNvPr>
              <p:cNvCxnSpPr>
                <a:cxnSpLocks/>
                <a:stCxn id="229" idx="1"/>
                <a:endCxn id="235" idx="0"/>
              </p:cNvCxnSpPr>
              <p:nvPr/>
            </p:nvCxnSpPr>
            <p:spPr>
              <a:xfrm flipH="1">
                <a:off x="7604253" y="2165597"/>
                <a:ext cx="1" cy="2118408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D08E77A1-9446-FB69-85CE-CD15ABF53A99}"/>
                  </a:ext>
                </a:extLst>
              </p:cNvPr>
              <p:cNvCxnSpPr>
                <a:cxnSpLocks/>
                <a:stCxn id="271" idx="0"/>
                <a:endCxn id="19" idx="2"/>
              </p:cNvCxnSpPr>
              <p:nvPr/>
            </p:nvCxnSpPr>
            <p:spPr>
              <a:xfrm flipV="1">
                <a:off x="5029616" y="2678496"/>
                <a:ext cx="2844" cy="207669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22FCBC9A-FAB2-380D-DD6D-B65644FD079E}"/>
                  </a:ext>
                </a:extLst>
              </p:cNvPr>
              <p:cNvCxnSpPr>
                <a:cxnSpLocks/>
                <a:stCxn id="728" idx="3"/>
                <a:endCxn id="107" idx="1"/>
              </p:cNvCxnSpPr>
              <p:nvPr/>
            </p:nvCxnSpPr>
            <p:spPr>
              <a:xfrm>
                <a:off x="593163" y="5348847"/>
                <a:ext cx="1669963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6E13A965-3192-D459-A63D-8D80E9424D29}"/>
                  </a:ext>
                </a:extLst>
              </p:cNvPr>
              <p:cNvCxnSpPr>
                <a:cxnSpLocks/>
                <a:stCxn id="727" idx="3"/>
                <a:endCxn id="271" idx="1"/>
              </p:cNvCxnSpPr>
              <p:nvPr/>
            </p:nvCxnSpPr>
            <p:spPr>
              <a:xfrm>
                <a:off x="593022" y="4919845"/>
                <a:ext cx="4395194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23C7D523-4DA1-2778-0A85-9C307D4D1341}"/>
                  </a:ext>
                </a:extLst>
              </p:cNvPr>
              <p:cNvCxnSpPr>
                <a:cxnSpLocks/>
                <a:stCxn id="7" idx="3"/>
                <a:endCxn id="29" idx="1"/>
              </p:cNvCxnSpPr>
              <p:nvPr/>
            </p:nvCxnSpPr>
            <p:spPr>
              <a:xfrm>
                <a:off x="593022" y="3079369"/>
                <a:ext cx="1438520" cy="3865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281D763-5551-4ECD-91D6-AA9031929D7E}"/>
                  </a:ext>
                </a:extLst>
              </p:cNvPr>
              <p:cNvSpPr/>
              <p:nvPr/>
            </p:nvSpPr>
            <p:spPr>
              <a:xfrm>
                <a:off x="510222" y="2914715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481F906-DEB0-0608-9C66-B4010EA2320F}"/>
                  </a:ext>
                </a:extLst>
              </p:cNvPr>
              <p:cNvSpPr/>
              <p:nvPr/>
            </p:nvSpPr>
            <p:spPr>
              <a:xfrm>
                <a:off x="645088" y="2338398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ICES advice system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D6118F7-2B5C-8349-2F84-C5310EA19EB5}"/>
                  </a:ext>
                </a:extLst>
              </p:cNvPr>
              <p:cNvSpPr/>
              <p:nvPr/>
            </p:nvSpPr>
            <p:spPr>
              <a:xfrm>
                <a:off x="1340250" y="2333360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MPAs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EE6AA5A5-2A5F-A888-7BB8-D68F50042666}"/>
                  </a:ext>
                </a:extLst>
              </p:cNvPr>
              <p:cNvSpPr/>
              <p:nvPr/>
            </p:nvSpPr>
            <p:spPr>
              <a:xfrm>
                <a:off x="2035408" y="2333360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3EDCE70-6D61-45AB-4226-A4E1745875A2}"/>
                  </a:ext>
                </a:extLst>
              </p:cNvPr>
              <p:cNvSpPr/>
              <p:nvPr/>
            </p:nvSpPr>
            <p:spPr>
              <a:xfrm>
                <a:off x="2430230" y="2165597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>
                    <a:solidFill>
                      <a:schemeClr val="tx1"/>
                    </a:solidFill>
                  </a:rPr>
                  <a:t>Riparian strips</a:t>
                </a: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FB9785D-02AC-59EA-B4DB-6332EC9D4B35}"/>
                  </a:ext>
                </a:extLst>
              </p:cNvPr>
              <p:cNvSpPr/>
              <p:nvPr/>
            </p:nvSpPr>
            <p:spPr>
              <a:xfrm>
                <a:off x="3391218" y="2334205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9B8237E-C497-AA52-8494-524A5A0D7D95}"/>
                  </a:ext>
                </a:extLst>
              </p:cNvPr>
              <p:cNvSpPr/>
              <p:nvPr/>
            </p:nvSpPr>
            <p:spPr>
              <a:xfrm>
                <a:off x="4991060" y="2349188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D6C7A92-BFC9-EF7D-9249-F9772E06AC80}"/>
                  </a:ext>
                </a:extLst>
              </p:cNvPr>
              <p:cNvSpPr/>
              <p:nvPr/>
            </p:nvSpPr>
            <p:spPr>
              <a:xfrm>
                <a:off x="5257727" y="2354949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192B356F-AE0F-CDE9-B9AC-A9B0DD73EF33}"/>
                  </a:ext>
                </a:extLst>
              </p:cNvPr>
              <p:cNvSpPr/>
              <p:nvPr/>
            </p:nvSpPr>
            <p:spPr>
              <a:xfrm>
                <a:off x="7297590" y="2354949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8536C46-9806-7B0D-641A-841D1393CA2D}"/>
                  </a:ext>
                </a:extLst>
              </p:cNvPr>
              <p:cNvSpPr/>
              <p:nvPr/>
            </p:nvSpPr>
            <p:spPr>
              <a:xfrm>
                <a:off x="8435023" y="2351720"/>
                <a:ext cx="734027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Healthy ecosystem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2E8269EB-C055-0101-35D9-C23F7A03E3EF}"/>
                  </a:ext>
                </a:extLst>
              </p:cNvPr>
              <p:cNvSpPr/>
              <p:nvPr/>
            </p:nvSpPr>
            <p:spPr>
              <a:xfrm>
                <a:off x="2430230" y="2519603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Reduce fertilization</a:t>
                </a: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B335EAFA-6565-E5A0-81F0-19FB19CCBD8A}"/>
                  </a:ext>
                </a:extLst>
              </p:cNvPr>
              <p:cNvSpPr/>
              <p:nvPr/>
            </p:nvSpPr>
            <p:spPr>
              <a:xfrm>
                <a:off x="2031542" y="2918580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F4ECE9C2-5368-0C22-A423-5B5C19149581}"/>
                  </a:ext>
                </a:extLst>
              </p:cNvPr>
              <p:cNvSpPr/>
              <p:nvPr/>
            </p:nvSpPr>
            <p:spPr>
              <a:xfrm>
                <a:off x="2267374" y="2918580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AC09A6D9-5816-2BD6-AD27-D74762663375}"/>
                  </a:ext>
                </a:extLst>
              </p:cNvPr>
              <p:cNvSpPr/>
              <p:nvPr/>
            </p:nvSpPr>
            <p:spPr>
              <a:xfrm>
                <a:off x="3391218" y="2919458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32EC339C-6CE8-A150-A838-79C9F4F7BF16}"/>
                  </a:ext>
                </a:extLst>
              </p:cNvPr>
              <p:cNvSpPr/>
              <p:nvPr/>
            </p:nvSpPr>
            <p:spPr>
              <a:xfrm>
                <a:off x="3522578" y="2919121"/>
                <a:ext cx="658616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Fisheries monitoring</a:t>
                </a:r>
              </a:p>
            </p:txBody>
          </p: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71BE1CCB-4391-C09D-6593-A5C5ECE06966}"/>
                  </a:ext>
                </a:extLst>
              </p:cNvPr>
              <p:cNvSpPr/>
              <p:nvPr/>
            </p:nvSpPr>
            <p:spPr>
              <a:xfrm>
                <a:off x="4314502" y="2920318"/>
                <a:ext cx="658616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No-take areas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A0BA4E98-AEB9-0D0F-682F-139ADEEABCBF}"/>
                  </a:ext>
                </a:extLst>
              </p:cNvPr>
              <p:cNvSpPr/>
              <p:nvPr/>
            </p:nvSpPr>
            <p:spPr>
              <a:xfrm>
                <a:off x="8439271" y="2927016"/>
                <a:ext cx="726909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Protect stock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955C51AE-C83B-C768-04E4-0D498A231C89}"/>
                  </a:ext>
                </a:extLst>
              </p:cNvPr>
              <p:cNvSpPr/>
              <p:nvPr/>
            </p:nvSpPr>
            <p:spPr>
              <a:xfrm>
                <a:off x="3135456" y="2919458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28F163B1-4DDB-838B-5B32-B49C542E987C}"/>
                  </a:ext>
                </a:extLst>
              </p:cNvPr>
              <p:cNvSpPr/>
              <p:nvPr/>
            </p:nvSpPr>
            <p:spPr>
              <a:xfrm>
                <a:off x="6555454" y="3377912"/>
                <a:ext cx="658616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Promote tourism</a:t>
                </a:r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081AFCB-CEB0-0851-DE8F-A84959285526}"/>
                  </a:ext>
                </a:extLst>
              </p:cNvPr>
              <p:cNvSpPr/>
              <p:nvPr/>
            </p:nvSpPr>
            <p:spPr>
              <a:xfrm>
                <a:off x="8439271" y="3377912"/>
                <a:ext cx="726921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Safeguard well-being</a:t>
                </a:r>
              </a:p>
            </p:txBody>
          </p:sp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6BE7377B-1FD1-B7EA-C575-7B9762789C33}"/>
                  </a:ext>
                </a:extLst>
              </p:cNvPr>
              <p:cNvSpPr/>
              <p:nvPr/>
            </p:nvSpPr>
            <p:spPr>
              <a:xfrm>
                <a:off x="3616404" y="3827729"/>
                <a:ext cx="658616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Quota distribution</a:t>
                </a:r>
              </a:p>
            </p:txBody>
          </p:sp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E1AFDC06-5600-3E06-0298-9F67BC1522D2}"/>
                  </a:ext>
                </a:extLst>
              </p:cNvPr>
              <p:cNvSpPr/>
              <p:nvPr/>
            </p:nvSpPr>
            <p:spPr>
              <a:xfrm>
                <a:off x="5257727" y="3833490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ounded Rectangle 68">
                <a:extLst>
                  <a:ext uri="{FF2B5EF4-FFF2-40B4-BE49-F238E27FC236}">
                    <a16:creationId xmlns:a16="http://schemas.microsoft.com/office/drawing/2014/main" id="{F93521B0-01C9-7BF6-B0C7-13D4DFD3F5E5}"/>
                  </a:ext>
                </a:extLst>
              </p:cNvPr>
              <p:cNvSpPr/>
              <p:nvPr/>
            </p:nvSpPr>
            <p:spPr>
              <a:xfrm>
                <a:off x="5522937" y="3821692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BBC8AF23-C79D-A192-094B-3834C1ED3D66}"/>
                  </a:ext>
                </a:extLst>
              </p:cNvPr>
              <p:cNvSpPr/>
              <p:nvPr/>
            </p:nvSpPr>
            <p:spPr>
              <a:xfrm>
                <a:off x="8435023" y="3822218"/>
                <a:ext cx="731177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Support livelihoods (SF)</a:t>
                </a: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C9F7B450-A8D7-D631-4AB5-CE73397483BA}"/>
                  </a:ext>
                </a:extLst>
              </p:cNvPr>
              <p:cNvSpPr/>
              <p:nvPr/>
            </p:nvSpPr>
            <p:spPr>
              <a:xfrm>
                <a:off x="3722228" y="4285977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 err="1">
                    <a:solidFill>
                      <a:schemeClr val="tx1"/>
                    </a:solidFill>
                  </a:rPr>
                  <a:t>Searanger</a:t>
                </a: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DD053136-BE82-B04D-C805-FCC8FC46C816}"/>
                  </a:ext>
                </a:extLst>
              </p:cNvPr>
              <p:cNvSpPr/>
              <p:nvPr/>
            </p:nvSpPr>
            <p:spPr>
              <a:xfrm>
                <a:off x="5258444" y="4284005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8716664E-AEBB-82BD-202A-4EDAFEC95E7E}"/>
                  </a:ext>
                </a:extLst>
              </p:cNvPr>
              <p:cNvSpPr/>
              <p:nvPr/>
            </p:nvSpPr>
            <p:spPr>
              <a:xfrm>
                <a:off x="5718725" y="4284866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Diversification</a:t>
                </a:r>
              </a:p>
            </p:txBody>
          </p: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C880BAB5-0978-69AF-0E14-B58760ABB6CD}"/>
                  </a:ext>
                </a:extLst>
              </p:cNvPr>
              <p:cNvSpPr/>
              <p:nvPr/>
            </p:nvSpPr>
            <p:spPr>
              <a:xfrm>
                <a:off x="8435023" y="4284866"/>
                <a:ext cx="731183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Preserve cultural value</a:t>
                </a:r>
              </a:p>
            </p:txBody>
          </p:sp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2EEDDA05-FDD5-B552-2253-FFEE6AA12B2E}"/>
                  </a:ext>
                </a:extLst>
              </p:cNvPr>
              <p:cNvSpPr/>
              <p:nvPr/>
            </p:nvSpPr>
            <p:spPr>
              <a:xfrm>
                <a:off x="6443186" y="4284866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Educational programs</a:t>
                </a:r>
              </a:p>
            </p:txBody>
          </p:sp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CADCA938-FAD4-7C51-23A2-E9EEE2A9609E}"/>
                  </a:ext>
                </a:extLst>
              </p:cNvPr>
              <p:cNvSpPr/>
              <p:nvPr/>
            </p:nvSpPr>
            <p:spPr>
              <a:xfrm>
                <a:off x="8435024" y="4751154"/>
                <a:ext cx="731184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Economically viable (SF)</a:t>
                </a:r>
              </a:p>
            </p:txBody>
          </p:sp>
          <p:sp>
            <p:nvSpPr>
              <p:cNvPr id="107" name="Rounded Rectangle 106">
                <a:extLst>
                  <a:ext uri="{FF2B5EF4-FFF2-40B4-BE49-F238E27FC236}">
                    <a16:creationId xmlns:a16="http://schemas.microsoft.com/office/drawing/2014/main" id="{1FE1C730-A0AA-C244-8547-9713A8FC1C5A}"/>
                  </a:ext>
                </a:extLst>
              </p:cNvPr>
              <p:cNvSpPr/>
              <p:nvPr/>
            </p:nvSpPr>
            <p:spPr>
              <a:xfrm>
                <a:off x="2263126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ounded Rectangle 108">
                <a:extLst>
                  <a:ext uri="{FF2B5EF4-FFF2-40B4-BE49-F238E27FC236}">
                    <a16:creationId xmlns:a16="http://schemas.microsoft.com/office/drawing/2014/main" id="{BFD74C6E-4DFA-64FC-9D30-909A4792685F}"/>
                  </a:ext>
                </a:extLst>
              </p:cNvPr>
              <p:cNvSpPr/>
              <p:nvPr/>
            </p:nvSpPr>
            <p:spPr>
              <a:xfrm>
                <a:off x="3138553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ounded Rectangle 112">
                <a:extLst>
                  <a:ext uri="{FF2B5EF4-FFF2-40B4-BE49-F238E27FC236}">
                    <a16:creationId xmlns:a16="http://schemas.microsoft.com/office/drawing/2014/main" id="{0236D9C3-5424-63C0-FC95-02F71BD5A7B7}"/>
                  </a:ext>
                </a:extLst>
              </p:cNvPr>
              <p:cNvSpPr/>
              <p:nvPr/>
            </p:nvSpPr>
            <p:spPr>
              <a:xfrm>
                <a:off x="8435024" y="5184193"/>
                <a:ext cx="734028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Environmentally friendly (SF)</a:t>
                </a: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F44A5CFD-E1AC-3086-7713-CE25297825AE}"/>
                  </a:ext>
                </a:extLst>
              </p:cNvPr>
              <p:cNvCxnSpPr>
                <a:cxnSpLocks/>
                <a:stCxn id="9" idx="3"/>
                <a:endCxn id="11" idx="1"/>
              </p:cNvCxnSpPr>
              <p:nvPr/>
            </p:nvCxnSpPr>
            <p:spPr>
              <a:xfrm flipV="1">
                <a:off x="1303704" y="2498014"/>
                <a:ext cx="36546" cy="5038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24980A9B-C772-2619-6426-3E0195DC1781}"/>
                  </a:ext>
                </a:extLst>
              </p:cNvPr>
              <p:cNvCxnSpPr>
                <a:cxnSpLocks/>
                <a:stCxn id="11" idx="3"/>
                <a:endCxn id="13" idx="1"/>
              </p:cNvCxnSpPr>
              <p:nvPr/>
            </p:nvCxnSpPr>
            <p:spPr>
              <a:xfrm>
                <a:off x="1998866" y="2498014"/>
                <a:ext cx="3654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E9579D22-E7B0-BD28-3088-8614F5B47C8E}"/>
                  </a:ext>
                </a:extLst>
              </p:cNvPr>
              <p:cNvCxnSpPr>
                <a:cxnSpLocks/>
                <a:stCxn id="13" idx="3"/>
                <a:endCxn id="15" idx="1"/>
              </p:cNvCxnSpPr>
              <p:nvPr/>
            </p:nvCxnSpPr>
            <p:spPr>
              <a:xfrm flipV="1">
                <a:off x="2118208" y="2330251"/>
                <a:ext cx="312022" cy="167763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74C73CB6-7335-F27C-7496-E8106A4E8F2C}"/>
                  </a:ext>
                </a:extLst>
              </p:cNvPr>
              <p:cNvCxnSpPr>
                <a:cxnSpLocks/>
                <a:stCxn id="13" idx="3"/>
                <a:endCxn id="27" idx="1"/>
              </p:cNvCxnSpPr>
              <p:nvPr/>
            </p:nvCxnSpPr>
            <p:spPr>
              <a:xfrm>
                <a:off x="2118208" y="2498014"/>
                <a:ext cx="312022" cy="186243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5D096BA1-8130-3E2D-F62E-5FFC47198E92}"/>
                  </a:ext>
                </a:extLst>
              </p:cNvPr>
              <p:cNvCxnSpPr>
                <a:cxnSpLocks/>
                <a:stCxn id="15" idx="3"/>
                <a:endCxn id="17" idx="1"/>
              </p:cNvCxnSpPr>
              <p:nvPr/>
            </p:nvCxnSpPr>
            <p:spPr>
              <a:xfrm>
                <a:off x="3088846" y="2330251"/>
                <a:ext cx="302372" cy="168608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234B40F0-D285-416E-8C5C-100A4EC40FF6}"/>
                  </a:ext>
                </a:extLst>
              </p:cNvPr>
              <p:cNvCxnSpPr>
                <a:cxnSpLocks/>
                <a:stCxn id="27" idx="3"/>
                <a:endCxn id="17" idx="1"/>
              </p:cNvCxnSpPr>
              <p:nvPr/>
            </p:nvCxnSpPr>
            <p:spPr>
              <a:xfrm flipV="1">
                <a:off x="3088846" y="2498859"/>
                <a:ext cx="302372" cy="185398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15E7E8A1-EBF0-2A3C-57DE-4BA360C8F9C8}"/>
                  </a:ext>
                </a:extLst>
              </p:cNvPr>
              <p:cNvCxnSpPr>
                <a:cxnSpLocks/>
                <a:stCxn id="17" idx="3"/>
                <a:endCxn id="19" idx="1"/>
              </p:cNvCxnSpPr>
              <p:nvPr/>
            </p:nvCxnSpPr>
            <p:spPr>
              <a:xfrm>
                <a:off x="3474018" y="2498859"/>
                <a:ext cx="1517042" cy="14983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C9A03423-1C92-BB9B-8B31-04088EAF8128}"/>
                  </a:ext>
                </a:extLst>
              </p:cNvPr>
              <p:cNvCxnSpPr>
                <a:cxnSpLocks/>
                <a:stCxn id="21" idx="1"/>
                <a:endCxn id="19" idx="3"/>
              </p:cNvCxnSpPr>
              <p:nvPr/>
            </p:nvCxnSpPr>
            <p:spPr>
              <a:xfrm flipH="1" flipV="1">
                <a:off x="5073860" y="2513842"/>
                <a:ext cx="183867" cy="5761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899610DF-3083-0B55-975B-871D2A88997A}"/>
                  </a:ext>
                </a:extLst>
              </p:cNvPr>
              <p:cNvCxnSpPr>
                <a:cxnSpLocks/>
                <a:stCxn id="21" idx="3"/>
                <a:endCxn id="23" idx="1"/>
              </p:cNvCxnSpPr>
              <p:nvPr/>
            </p:nvCxnSpPr>
            <p:spPr>
              <a:xfrm>
                <a:off x="5340527" y="2519603"/>
                <a:ext cx="1957063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9B6847F4-1093-FCB1-DEFA-50003AD2A243}"/>
                  </a:ext>
                </a:extLst>
              </p:cNvPr>
              <p:cNvCxnSpPr>
                <a:cxnSpLocks/>
                <a:stCxn id="23" idx="3"/>
                <a:endCxn id="25" idx="1"/>
              </p:cNvCxnSpPr>
              <p:nvPr/>
            </p:nvCxnSpPr>
            <p:spPr>
              <a:xfrm flipV="1">
                <a:off x="7380390" y="2516374"/>
                <a:ext cx="1054633" cy="3229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1683CB78-26EF-63CC-AC65-6D90448EE0FD}"/>
                  </a:ext>
                </a:extLst>
              </p:cNvPr>
              <p:cNvCxnSpPr>
                <a:cxnSpLocks/>
                <a:stCxn id="29" idx="3"/>
                <a:endCxn id="31" idx="1"/>
              </p:cNvCxnSpPr>
              <p:nvPr/>
            </p:nvCxnSpPr>
            <p:spPr>
              <a:xfrm>
                <a:off x="2114342" y="3083234"/>
                <a:ext cx="153032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9C08B75-9F58-2EA9-D935-558C9AADBF35}"/>
                  </a:ext>
                </a:extLst>
              </p:cNvPr>
              <p:cNvCxnSpPr>
                <a:cxnSpLocks/>
                <a:stCxn id="31" idx="3"/>
                <a:endCxn id="43" idx="1"/>
              </p:cNvCxnSpPr>
              <p:nvPr/>
            </p:nvCxnSpPr>
            <p:spPr>
              <a:xfrm>
                <a:off x="2350174" y="3083234"/>
                <a:ext cx="785282" cy="878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19F99012-3936-3E79-40DD-6588C24EF4B1}"/>
                  </a:ext>
                </a:extLst>
              </p:cNvPr>
              <p:cNvCxnSpPr>
                <a:cxnSpLocks/>
                <a:stCxn id="43" idx="3"/>
                <a:endCxn id="33" idx="1"/>
              </p:cNvCxnSpPr>
              <p:nvPr/>
            </p:nvCxnSpPr>
            <p:spPr>
              <a:xfrm>
                <a:off x="3218256" y="3084112"/>
                <a:ext cx="172962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4965F35-5A6B-37D9-7375-5ECE80DB810B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 flipV="1">
                <a:off x="3474018" y="3083775"/>
                <a:ext cx="67610" cy="337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BA126ED1-3389-700B-8148-912F4C042E75}"/>
                  </a:ext>
                </a:extLst>
              </p:cNvPr>
              <p:cNvCxnSpPr>
                <a:cxnSpLocks/>
                <a:stCxn id="37" idx="1"/>
                <a:endCxn id="35" idx="3"/>
              </p:cNvCxnSpPr>
              <p:nvPr/>
            </p:nvCxnSpPr>
            <p:spPr>
              <a:xfrm flipH="1" flipV="1">
                <a:off x="4181194" y="3083775"/>
                <a:ext cx="133308" cy="1197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E8B27045-E99F-3EB3-6BB4-0E93FD838DC2}"/>
                  </a:ext>
                </a:extLst>
              </p:cNvPr>
              <p:cNvCxnSpPr>
                <a:cxnSpLocks/>
                <a:stCxn id="41" idx="1"/>
                <a:endCxn id="37" idx="3"/>
              </p:cNvCxnSpPr>
              <p:nvPr/>
            </p:nvCxnSpPr>
            <p:spPr>
              <a:xfrm flipH="1" flipV="1">
                <a:off x="4973118" y="3084972"/>
                <a:ext cx="3466153" cy="6698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AB75375C-5F28-0277-EC62-9DD4EED6D7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4465" y="3337716"/>
                <a:ext cx="0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190" name="Rounded Rectangle 189">
                <a:extLst>
                  <a:ext uri="{FF2B5EF4-FFF2-40B4-BE49-F238E27FC236}">
                    <a16:creationId xmlns:a16="http://schemas.microsoft.com/office/drawing/2014/main" id="{49287157-E824-3F12-B6F5-5A34607DCB47}"/>
                  </a:ext>
                </a:extLst>
              </p:cNvPr>
              <p:cNvSpPr/>
              <p:nvPr/>
            </p:nvSpPr>
            <p:spPr>
              <a:xfrm>
                <a:off x="7297590" y="3377912"/>
                <a:ext cx="82800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C9D8F155-AD3A-0D58-3FAA-69518F39442C}"/>
                  </a:ext>
                </a:extLst>
              </p:cNvPr>
              <p:cNvCxnSpPr>
                <a:cxnSpLocks/>
                <a:stCxn id="190" idx="3"/>
                <a:endCxn id="57" idx="1"/>
              </p:cNvCxnSpPr>
              <p:nvPr/>
            </p:nvCxnSpPr>
            <p:spPr>
              <a:xfrm>
                <a:off x="7380390" y="3542566"/>
                <a:ext cx="1058881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16E3B53A-5311-942C-E579-563477BB942D}"/>
                  </a:ext>
                </a:extLst>
              </p:cNvPr>
              <p:cNvCxnSpPr>
                <a:cxnSpLocks/>
                <a:stCxn id="730" idx="3"/>
                <a:endCxn id="55" idx="1"/>
              </p:cNvCxnSpPr>
              <p:nvPr/>
            </p:nvCxnSpPr>
            <p:spPr>
              <a:xfrm>
                <a:off x="593022" y="3539353"/>
                <a:ext cx="5962432" cy="3213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218B3E1B-D40B-5DB6-B502-48F9C15AFB44}"/>
                  </a:ext>
                </a:extLst>
              </p:cNvPr>
              <p:cNvCxnSpPr>
                <a:cxnSpLocks/>
                <a:stCxn id="709" idx="3"/>
                <a:endCxn id="9" idx="1"/>
              </p:cNvCxnSpPr>
              <p:nvPr/>
            </p:nvCxnSpPr>
            <p:spPr>
              <a:xfrm flipV="1">
                <a:off x="593022" y="2503052"/>
                <a:ext cx="52066" cy="2308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6CDF493-7155-3104-F8D7-491B528A1083}"/>
                  </a:ext>
                </a:extLst>
              </p:cNvPr>
              <p:cNvCxnSpPr>
                <a:cxnSpLocks/>
                <a:stCxn id="55" idx="3"/>
                <a:endCxn id="190" idx="1"/>
              </p:cNvCxnSpPr>
              <p:nvPr/>
            </p:nvCxnSpPr>
            <p:spPr>
              <a:xfrm>
                <a:off x="7214070" y="3542566"/>
                <a:ext cx="83520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09" name="Rounded Rectangle 208">
                <a:extLst>
                  <a:ext uri="{FF2B5EF4-FFF2-40B4-BE49-F238E27FC236}">
                    <a16:creationId xmlns:a16="http://schemas.microsoft.com/office/drawing/2014/main" id="{DCEA7800-CBD3-8074-0CDF-11F6012A7543}"/>
                  </a:ext>
                </a:extLst>
              </p:cNvPr>
              <p:cNvSpPr/>
              <p:nvPr/>
            </p:nvSpPr>
            <p:spPr>
              <a:xfrm>
                <a:off x="7297590" y="3821692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D08EF8BA-10C8-8731-9129-5FB117991244}"/>
                  </a:ext>
                </a:extLst>
              </p:cNvPr>
              <p:cNvCxnSpPr>
                <a:cxnSpLocks/>
                <a:stCxn id="209" idx="3"/>
                <a:endCxn id="71" idx="1"/>
              </p:cNvCxnSpPr>
              <p:nvPr/>
            </p:nvCxnSpPr>
            <p:spPr>
              <a:xfrm>
                <a:off x="7380390" y="3986346"/>
                <a:ext cx="1054633" cy="526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BDD7D75-A20C-2F3A-7106-45354B490990}"/>
                  </a:ext>
                </a:extLst>
              </p:cNvPr>
              <p:cNvCxnSpPr>
                <a:cxnSpLocks/>
                <a:stCxn id="725" idx="3"/>
                <a:endCxn id="65" idx="1"/>
              </p:cNvCxnSpPr>
              <p:nvPr/>
            </p:nvCxnSpPr>
            <p:spPr>
              <a:xfrm>
                <a:off x="593022" y="3992383"/>
                <a:ext cx="3023382" cy="0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4AF1D45D-6F35-F0CB-5489-71413827BE87}"/>
                  </a:ext>
                </a:extLst>
              </p:cNvPr>
              <p:cNvCxnSpPr>
                <a:cxnSpLocks/>
                <a:stCxn id="65" idx="3"/>
                <a:endCxn id="67" idx="1"/>
              </p:cNvCxnSpPr>
              <p:nvPr/>
            </p:nvCxnSpPr>
            <p:spPr>
              <a:xfrm>
                <a:off x="4275020" y="3992383"/>
                <a:ext cx="982707" cy="5761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812D4AB6-576C-A70F-A485-E0084694EF59}"/>
                  </a:ext>
                </a:extLst>
              </p:cNvPr>
              <p:cNvCxnSpPr>
                <a:cxnSpLocks/>
                <a:stCxn id="67" idx="3"/>
                <a:endCxn id="69" idx="1"/>
              </p:cNvCxnSpPr>
              <p:nvPr/>
            </p:nvCxnSpPr>
            <p:spPr>
              <a:xfrm flipV="1">
                <a:off x="5340527" y="3986346"/>
                <a:ext cx="182410" cy="11798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514408B9-6316-9852-AA3F-195713542093}"/>
                  </a:ext>
                </a:extLst>
              </p:cNvPr>
              <p:cNvCxnSpPr>
                <a:cxnSpLocks/>
                <a:stCxn id="209" idx="1"/>
                <a:endCxn id="69" idx="3"/>
              </p:cNvCxnSpPr>
              <p:nvPr/>
            </p:nvCxnSpPr>
            <p:spPr>
              <a:xfrm flipH="1">
                <a:off x="5605737" y="3986346"/>
                <a:ext cx="1691853" cy="0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D1DAEFD7-1529-C3F3-BB24-D28E369E93DB}"/>
                  </a:ext>
                </a:extLst>
              </p:cNvPr>
              <p:cNvSpPr/>
              <p:nvPr/>
            </p:nvSpPr>
            <p:spPr>
              <a:xfrm>
                <a:off x="5522937" y="4284005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DEDC0B4C-BDDD-529B-913E-7BB7DB791561}"/>
                  </a:ext>
                </a:extLst>
              </p:cNvPr>
              <p:cNvSpPr/>
              <p:nvPr/>
            </p:nvSpPr>
            <p:spPr>
              <a:xfrm>
                <a:off x="7297590" y="4284456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ounded Rectangle 234">
                <a:extLst>
                  <a:ext uri="{FF2B5EF4-FFF2-40B4-BE49-F238E27FC236}">
                    <a16:creationId xmlns:a16="http://schemas.microsoft.com/office/drawing/2014/main" id="{20146D1E-021C-810D-AF28-8DC37BFEEFCD}"/>
                  </a:ext>
                </a:extLst>
              </p:cNvPr>
              <p:cNvSpPr/>
              <p:nvPr/>
            </p:nvSpPr>
            <p:spPr>
              <a:xfrm>
                <a:off x="7562853" y="4284005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C2F33979-4464-7650-ED7F-DBD5152C82FA}"/>
                  </a:ext>
                </a:extLst>
              </p:cNvPr>
              <p:cNvCxnSpPr>
                <a:cxnSpLocks/>
                <a:stCxn id="235" idx="1"/>
                <a:endCxn id="226" idx="3"/>
              </p:cNvCxnSpPr>
              <p:nvPr/>
            </p:nvCxnSpPr>
            <p:spPr>
              <a:xfrm flipH="1">
                <a:off x="7380390" y="4448659"/>
                <a:ext cx="182463" cy="45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935AEB56-61E9-A9BE-5D39-ACACE1F1BA5D}"/>
                  </a:ext>
                </a:extLst>
              </p:cNvPr>
              <p:cNvCxnSpPr>
                <a:cxnSpLocks/>
                <a:stCxn id="85" idx="1"/>
                <a:endCxn id="235" idx="3"/>
              </p:cNvCxnSpPr>
              <p:nvPr/>
            </p:nvCxnSpPr>
            <p:spPr>
              <a:xfrm flipH="1" flipV="1">
                <a:off x="7645653" y="4448659"/>
                <a:ext cx="789370" cy="86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A904E535-2829-A93F-523E-2912A05E6702}"/>
                  </a:ext>
                </a:extLst>
              </p:cNvPr>
              <p:cNvCxnSpPr>
                <a:cxnSpLocks/>
                <a:stCxn id="77" idx="3"/>
                <a:endCxn id="79" idx="1"/>
              </p:cNvCxnSpPr>
              <p:nvPr/>
            </p:nvCxnSpPr>
            <p:spPr>
              <a:xfrm flipV="1">
                <a:off x="4380844" y="4448659"/>
                <a:ext cx="877600" cy="197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C29AD93D-B13B-A930-C353-FBAF2799FE20}"/>
                  </a:ext>
                </a:extLst>
              </p:cNvPr>
              <p:cNvCxnSpPr>
                <a:cxnSpLocks/>
                <a:stCxn id="726" idx="3"/>
                <a:endCxn id="77" idx="1"/>
              </p:cNvCxnSpPr>
              <p:nvPr/>
            </p:nvCxnSpPr>
            <p:spPr>
              <a:xfrm>
                <a:off x="593022" y="4448659"/>
                <a:ext cx="3129206" cy="197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0AD3858F-3422-1076-8137-4255065F1100}"/>
                  </a:ext>
                </a:extLst>
              </p:cNvPr>
              <p:cNvCxnSpPr>
                <a:cxnSpLocks/>
                <a:stCxn id="225" idx="1"/>
                <a:endCxn id="79" idx="3"/>
              </p:cNvCxnSpPr>
              <p:nvPr/>
            </p:nvCxnSpPr>
            <p:spPr>
              <a:xfrm flipH="1">
                <a:off x="5341244" y="4448659"/>
                <a:ext cx="181693" cy="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6637E221-B0AF-396C-5E8E-FE292E84CD48}"/>
                  </a:ext>
                </a:extLst>
              </p:cNvPr>
              <p:cNvCxnSpPr>
                <a:cxnSpLocks/>
                <a:stCxn id="225" idx="3"/>
                <a:endCxn id="83" idx="1"/>
              </p:cNvCxnSpPr>
              <p:nvPr/>
            </p:nvCxnSpPr>
            <p:spPr>
              <a:xfrm>
                <a:off x="5605737" y="4448659"/>
                <a:ext cx="112988" cy="86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79CFB245-0F7F-CBB9-5C1D-06AEB0420409}"/>
                  </a:ext>
                </a:extLst>
              </p:cNvPr>
              <p:cNvCxnSpPr>
                <a:cxnSpLocks/>
                <a:stCxn id="83" idx="3"/>
                <a:endCxn id="97" idx="1"/>
              </p:cNvCxnSpPr>
              <p:nvPr/>
            </p:nvCxnSpPr>
            <p:spPr>
              <a:xfrm>
                <a:off x="6377341" y="4449520"/>
                <a:ext cx="65845" cy="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BE6D86F3-798B-0C38-1534-507F660B9031}"/>
                  </a:ext>
                </a:extLst>
              </p:cNvPr>
              <p:cNvCxnSpPr>
                <a:cxnSpLocks/>
                <a:stCxn id="97" idx="3"/>
                <a:endCxn id="226" idx="1"/>
              </p:cNvCxnSpPr>
              <p:nvPr/>
            </p:nvCxnSpPr>
            <p:spPr>
              <a:xfrm flipV="1">
                <a:off x="7101802" y="4449110"/>
                <a:ext cx="195788" cy="41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70" name="Rounded Rectangle 269">
                <a:extLst>
                  <a:ext uri="{FF2B5EF4-FFF2-40B4-BE49-F238E27FC236}">
                    <a16:creationId xmlns:a16="http://schemas.microsoft.com/office/drawing/2014/main" id="{B8E0AC5E-A892-B1B9-0A72-8E19EFE5EC8C}"/>
                  </a:ext>
                </a:extLst>
              </p:cNvPr>
              <p:cNvSpPr/>
              <p:nvPr/>
            </p:nvSpPr>
            <p:spPr>
              <a:xfrm>
                <a:off x="7297590" y="4751082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ounded Rectangle 270">
                <a:extLst>
                  <a:ext uri="{FF2B5EF4-FFF2-40B4-BE49-F238E27FC236}">
                    <a16:creationId xmlns:a16="http://schemas.microsoft.com/office/drawing/2014/main" id="{D94A9846-093A-21C3-6560-5A19B9B72784}"/>
                  </a:ext>
                </a:extLst>
              </p:cNvPr>
              <p:cNvSpPr/>
              <p:nvPr/>
            </p:nvSpPr>
            <p:spPr>
              <a:xfrm>
                <a:off x="4988216" y="4755191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E7957F77-F282-81DB-57DA-D4FB7C9B4107}"/>
                  </a:ext>
                </a:extLst>
              </p:cNvPr>
              <p:cNvSpPr/>
              <p:nvPr/>
            </p:nvSpPr>
            <p:spPr>
              <a:xfrm>
                <a:off x="7563764" y="4753172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ounded Rectangle 272">
                <a:extLst>
                  <a:ext uri="{FF2B5EF4-FFF2-40B4-BE49-F238E27FC236}">
                    <a16:creationId xmlns:a16="http://schemas.microsoft.com/office/drawing/2014/main" id="{06AEF7C6-831D-2D72-5072-9852782BD142}"/>
                  </a:ext>
                </a:extLst>
              </p:cNvPr>
              <p:cNvSpPr/>
              <p:nvPr/>
            </p:nvSpPr>
            <p:spPr>
              <a:xfrm>
                <a:off x="5258444" y="4751154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ounded Rectangle 281">
                <a:extLst>
                  <a:ext uri="{FF2B5EF4-FFF2-40B4-BE49-F238E27FC236}">
                    <a16:creationId xmlns:a16="http://schemas.microsoft.com/office/drawing/2014/main" id="{9CA79FBB-F9B8-8633-15FC-1C85F8838C51}"/>
                  </a:ext>
                </a:extLst>
              </p:cNvPr>
              <p:cNvSpPr/>
              <p:nvPr/>
            </p:nvSpPr>
            <p:spPr>
              <a:xfrm>
                <a:off x="7714952" y="4751154"/>
                <a:ext cx="658616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Top predator reduction</a:t>
                </a:r>
              </a:p>
            </p:txBody>
          </p:sp>
          <p:sp>
            <p:nvSpPr>
              <p:cNvPr id="283" name="Rounded Rectangle 282">
                <a:extLst>
                  <a:ext uri="{FF2B5EF4-FFF2-40B4-BE49-F238E27FC236}">
                    <a16:creationId xmlns:a16="http://schemas.microsoft.com/office/drawing/2014/main" id="{E25CC200-C0F7-2588-077D-0237260FB180}"/>
                  </a:ext>
                </a:extLst>
              </p:cNvPr>
              <p:cNvSpPr/>
              <p:nvPr/>
            </p:nvSpPr>
            <p:spPr>
              <a:xfrm>
                <a:off x="5522937" y="4744190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79BADF78-7FC6-A5AA-29C6-838D1E0846E5}"/>
                  </a:ext>
                </a:extLst>
              </p:cNvPr>
              <p:cNvCxnSpPr>
                <a:cxnSpLocks/>
                <a:stCxn id="271" idx="3"/>
                <a:endCxn id="273" idx="1"/>
              </p:cNvCxnSpPr>
              <p:nvPr/>
            </p:nvCxnSpPr>
            <p:spPr>
              <a:xfrm flipV="1">
                <a:off x="5071016" y="4915808"/>
                <a:ext cx="187428" cy="4037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A4A80140-0180-472A-A0D3-023C19402CF3}"/>
                  </a:ext>
                </a:extLst>
              </p:cNvPr>
              <p:cNvCxnSpPr>
                <a:cxnSpLocks/>
                <a:stCxn id="273" idx="3"/>
                <a:endCxn id="283" idx="1"/>
              </p:cNvCxnSpPr>
              <p:nvPr/>
            </p:nvCxnSpPr>
            <p:spPr>
              <a:xfrm flipV="1">
                <a:off x="5341244" y="4908844"/>
                <a:ext cx="181693" cy="6964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765B8D80-1BF7-4855-B86A-DA15092532D8}"/>
                  </a:ext>
                </a:extLst>
              </p:cNvPr>
              <p:cNvCxnSpPr>
                <a:cxnSpLocks/>
                <a:stCxn id="283" idx="3"/>
                <a:endCxn id="270" idx="1"/>
              </p:cNvCxnSpPr>
              <p:nvPr/>
            </p:nvCxnSpPr>
            <p:spPr>
              <a:xfrm>
                <a:off x="5605737" y="4908844"/>
                <a:ext cx="1691853" cy="689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289DFDE9-0423-3B59-04C2-0E907AED88C1}"/>
                  </a:ext>
                </a:extLst>
              </p:cNvPr>
              <p:cNvCxnSpPr>
                <a:cxnSpLocks/>
                <a:stCxn id="270" idx="3"/>
                <a:endCxn id="272" idx="1"/>
              </p:cNvCxnSpPr>
              <p:nvPr/>
            </p:nvCxnSpPr>
            <p:spPr>
              <a:xfrm>
                <a:off x="7380390" y="4915736"/>
                <a:ext cx="183374" cy="209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55D6568-438A-3312-5BF4-7F4272733BD9}"/>
                  </a:ext>
                </a:extLst>
              </p:cNvPr>
              <p:cNvCxnSpPr>
                <a:cxnSpLocks/>
                <a:endCxn id="272" idx="3"/>
              </p:cNvCxnSpPr>
              <p:nvPr/>
            </p:nvCxnSpPr>
            <p:spPr>
              <a:xfrm flipH="1">
                <a:off x="7646564" y="4915808"/>
                <a:ext cx="62038" cy="201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8795FC17-FCD9-D791-3A7D-DD23C32D011D}"/>
                  </a:ext>
                </a:extLst>
              </p:cNvPr>
              <p:cNvCxnSpPr>
                <a:cxnSpLocks/>
                <a:stCxn id="99" idx="1"/>
                <a:endCxn id="282" idx="3"/>
              </p:cNvCxnSpPr>
              <p:nvPr/>
            </p:nvCxnSpPr>
            <p:spPr>
              <a:xfrm flipH="1">
                <a:off x="8373568" y="4915808"/>
                <a:ext cx="61456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314" name="Rounded Rectangle 313">
                <a:extLst>
                  <a:ext uri="{FF2B5EF4-FFF2-40B4-BE49-F238E27FC236}">
                    <a16:creationId xmlns:a16="http://schemas.microsoft.com/office/drawing/2014/main" id="{A825EFDF-96AB-F54C-5D60-93DBBACB26DD}"/>
                  </a:ext>
                </a:extLst>
              </p:cNvPr>
              <p:cNvSpPr/>
              <p:nvPr/>
            </p:nvSpPr>
            <p:spPr>
              <a:xfrm>
                <a:off x="7297590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9226C8C0-623D-E216-093F-F2EAB399522B}"/>
                  </a:ext>
                </a:extLst>
              </p:cNvPr>
              <p:cNvCxnSpPr>
                <a:cxnSpLocks/>
                <a:stCxn id="314" idx="3"/>
                <a:endCxn id="113" idx="1"/>
              </p:cNvCxnSpPr>
              <p:nvPr/>
            </p:nvCxnSpPr>
            <p:spPr>
              <a:xfrm>
                <a:off x="7380390" y="5348847"/>
                <a:ext cx="1054634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601A1799-04B6-3373-DD89-45956DB1F1C9}"/>
                  </a:ext>
                </a:extLst>
              </p:cNvPr>
              <p:cNvCxnSpPr>
                <a:cxnSpLocks/>
                <a:stCxn id="109" idx="3"/>
                <a:endCxn id="314" idx="1"/>
              </p:cNvCxnSpPr>
              <p:nvPr/>
            </p:nvCxnSpPr>
            <p:spPr>
              <a:xfrm>
                <a:off x="3221353" y="5348847"/>
                <a:ext cx="4076237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5232BF6A-187E-645C-9AF6-8368862F228F}"/>
                  </a:ext>
                </a:extLst>
              </p:cNvPr>
              <p:cNvCxnSpPr>
                <a:cxnSpLocks/>
                <a:stCxn id="107" idx="3"/>
                <a:endCxn id="109" idx="1"/>
              </p:cNvCxnSpPr>
              <p:nvPr/>
            </p:nvCxnSpPr>
            <p:spPr>
              <a:xfrm>
                <a:off x="2345926" y="5348847"/>
                <a:ext cx="792627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709" name="Rounded Rectangle 708">
                <a:extLst>
                  <a:ext uri="{FF2B5EF4-FFF2-40B4-BE49-F238E27FC236}">
                    <a16:creationId xmlns:a16="http://schemas.microsoft.com/office/drawing/2014/main" id="{6EDB697C-0EBC-C52A-4FC7-132A7D306C10}"/>
                  </a:ext>
                </a:extLst>
              </p:cNvPr>
              <p:cNvSpPr/>
              <p:nvPr/>
            </p:nvSpPr>
            <p:spPr>
              <a:xfrm>
                <a:off x="508489" y="2340706"/>
                <a:ext cx="84533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5" name="Rounded Rectangle 724">
                <a:extLst>
                  <a:ext uri="{FF2B5EF4-FFF2-40B4-BE49-F238E27FC236}">
                    <a16:creationId xmlns:a16="http://schemas.microsoft.com/office/drawing/2014/main" id="{74F5FA72-F044-BE2B-F5D6-23376DFE3B10}"/>
                  </a:ext>
                </a:extLst>
              </p:cNvPr>
              <p:cNvSpPr/>
              <p:nvPr/>
            </p:nvSpPr>
            <p:spPr>
              <a:xfrm>
                <a:off x="510222" y="3827729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6" name="Rounded Rectangle 725">
                <a:extLst>
                  <a:ext uri="{FF2B5EF4-FFF2-40B4-BE49-F238E27FC236}">
                    <a16:creationId xmlns:a16="http://schemas.microsoft.com/office/drawing/2014/main" id="{0F0317C4-7974-65C8-4982-50FD51BF7889}"/>
                  </a:ext>
                </a:extLst>
              </p:cNvPr>
              <p:cNvSpPr/>
              <p:nvPr/>
            </p:nvSpPr>
            <p:spPr>
              <a:xfrm>
                <a:off x="510222" y="4284005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7" name="Rounded Rectangle 726">
                <a:extLst>
                  <a:ext uri="{FF2B5EF4-FFF2-40B4-BE49-F238E27FC236}">
                    <a16:creationId xmlns:a16="http://schemas.microsoft.com/office/drawing/2014/main" id="{AFC4A554-BD18-A5BE-897B-6E8A90944DAB}"/>
                  </a:ext>
                </a:extLst>
              </p:cNvPr>
              <p:cNvSpPr/>
              <p:nvPr/>
            </p:nvSpPr>
            <p:spPr>
              <a:xfrm>
                <a:off x="510222" y="4755191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8" name="Rounded Rectangle 727">
                <a:extLst>
                  <a:ext uri="{FF2B5EF4-FFF2-40B4-BE49-F238E27FC236}">
                    <a16:creationId xmlns:a16="http://schemas.microsoft.com/office/drawing/2014/main" id="{6C014D2D-F4D6-83D1-083C-1E1D646A1FE5}"/>
                  </a:ext>
                </a:extLst>
              </p:cNvPr>
              <p:cNvSpPr/>
              <p:nvPr/>
            </p:nvSpPr>
            <p:spPr>
              <a:xfrm>
                <a:off x="510363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0" name="Rounded Rectangle 729">
                <a:extLst>
                  <a:ext uri="{FF2B5EF4-FFF2-40B4-BE49-F238E27FC236}">
                    <a16:creationId xmlns:a16="http://schemas.microsoft.com/office/drawing/2014/main" id="{10F505D8-5FAB-D1EC-79A4-9B79587A55C2}"/>
                  </a:ext>
                </a:extLst>
              </p:cNvPr>
              <p:cNvSpPr/>
              <p:nvPr/>
            </p:nvSpPr>
            <p:spPr>
              <a:xfrm>
                <a:off x="510222" y="3374699"/>
                <a:ext cx="82800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7" name="Straight Connector 736">
                <a:extLst>
                  <a:ext uri="{FF2B5EF4-FFF2-40B4-BE49-F238E27FC236}">
                    <a16:creationId xmlns:a16="http://schemas.microsoft.com/office/drawing/2014/main" id="{2AAD4519-F6F8-7C27-996B-C8CA3BFFE220}"/>
                  </a:ext>
                </a:extLst>
              </p:cNvPr>
              <p:cNvCxnSpPr>
                <a:cxnSpLocks/>
                <a:stCxn id="13" idx="2"/>
                <a:endCxn id="29" idx="0"/>
              </p:cNvCxnSpPr>
              <p:nvPr/>
            </p:nvCxnSpPr>
            <p:spPr>
              <a:xfrm flipH="1">
                <a:off x="2072942" y="2662668"/>
                <a:ext cx="3866" cy="25591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40" name="Straight Connector 739">
                <a:extLst>
                  <a:ext uri="{FF2B5EF4-FFF2-40B4-BE49-F238E27FC236}">
                    <a16:creationId xmlns:a16="http://schemas.microsoft.com/office/drawing/2014/main" id="{095FB351-949F-9673-CB2A-5786A34155F5}"/>
                  </a:ext>
                </a:extLst>
              </p:cNvPr>
              <p:cNvCxnSpPr>
                <a:cxnSpLocks/>
                <a:stCxn id="67" idx="0"/>
                <a:endCxn id="21" idx="2"/>
              </p:cNvCxnSpPr>
              <p:nvPr/>
            </p:nvCxnSpPr>
            <p:spPr>
              <a:xfrm flipV="1">
                <a:off x="5299127" y="2684257"/>
                <a:ext cx="0" cy="114923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Straight Connector 742">
                <a:extLst>
                  <a:ext uri="{FF2B5EF4-FFF2-40B4-BE49-F238E27FC236}">
                    <a16:creationId xmlns:a16="http://schemas.microsoft.com/office/drawing/2014/main" id="{79607E0E-E491-FACE-D0C9-B9B8C9F3B070}"/>
                  </a:ext>
                </a:extLst>
              </p:cNvPr>
              <p:cNvCxnSpPr>
                <a:cxnSpLocks/>
                <a:stCxn id="67" idx="2"/>
                <a:endCxn id="79" idx="0"/>
              </p:cNvCxnSpPr>
              <p:nvPr/>
            </p:nvCxnSpPr>
            <p:spPr>
              <a:xfrm>
                <a:off x="5299127" y="4162798"/>
                <a:ext cx="717" cy="121207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6" name="Straight Connector 745">
                <a:extLst>
                  <a:ext uri="{FF2B5EF4-FFF2-40B4-BE49-F238E27FC236}">
                    <a16:creationId xmlns:a16="http://schemas.microsoft.com/office/drawing/2014/main" id="{A83895E4-B977-696E-5384-7D85EECFC789}"/>
                  </a:ext>
                </a:extLst>
              </p:cNvPr>
              <p:cNvCxnSpPr>
                <a:cxnSpLocks/>
                <a:stCxn id="79" idx="2"/>
                <a:endCxn id="273" idx="0"/>
              </p:cNvCxnSpPr>
              <p:nvPr/>
            </p:nvCxnSpPr>
            <p:spPr>
              <a:xfrm>
                <a:off x="5299844" y="4613313"/>
                <a:ext cx="0" cy="137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349001B4-20A0-B8B8-65CC-4FB370E2122E}"/>
                  </a:ext>
                </a:extLst>
              </p:cNvPr>
              <p:cNvCxnSpPr>
                <a:cxnSpLocks/>
                <a:stCxn id="225" idx="2"/>
                <a:endCxn id="283" idx="0"/>
              </p:cNvCxnSpPr>
              <p:nvPr/>
            </p:nvCxnSpPr>
            <p:spPr>
              <a:xfrm>
                <a:off x="5564337" y="4613313"/>
                <a:ext cx="0" cy="130877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59258789-B26D-385C-B3F4-FAC685A0474A}"/>
                  </a:ext>
                </a:extLst>
              </p:cNvPr>
              <p:cNvCxnSpPr>
                <a:cxnSpLocks/>
                <a:stCxn id="69" idx="2"/>
                <a:endCxn id="225" idx="0"/>
              </p:cNvCxnSpPr>
              <p:nvPr/>
            </p:nvCxnSpPr>
            <p:spPr>
              <a:xfrm>
                <a:off x="5564337" y="4151000"/>
                <a:ext cx="0" cy="13300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5" name="Straight Connector 754">
                <a:extLst>
                  <a:ext uri="{FF2B5EF4-FFF2-40B4-BE49-F238E27FC236}">
                    <a16:creationId xmlns:a16="http://schemas.microsoft.com/office/drawing/2014/main" id="{6A80FA84-3C61-E79A-43BD-C16D873D0D83}"/>
                  </a:ext>
                </a:extLst>
              </p:cNvPr>
              <p:cNvCxnSpPr>
                <a:cxnSpLocks/>
                <a:stCxn id="23" idx="2"/>
                <a:endCxn id="190" idx="0"/>
              </p:cNvCxnSpPr>
              <p:nvPr/>
            </p:nvCxnSpPr>
            <p:spPr>
              <a:xfrm>
                <a:off x="7338990" y="2684257"/>
                <a:ext cx="0" cy="69365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758" name="Straight Connector 757">
                <a:extLst>
                  <a:ext uri="{FF2B5EF4-FFF2-40B4-BE49-F238E27FC236}">
                    <a16:creationId xmlns:a16="http://schemas.microsoft.com/office/drawing/2014/main" id="{FF7EDC27-F71C-9777-4B37-A148B8D745E7}"/>
                  </a:ext>
                </a:extLst>
              </p:cNvPr>
              <p:cNvCxnSpPr>
                <a:cxnSpLocks/>
                <a:stCxn id="190" idx="2"/>
                <a:endCxn id="209" idx="0"/>
              </p:cNvCxnSpPr>
              <p:nvPr/>
            </p:nvCxnSpPr>
            <p:spPr>
              <a:xfrm>
                <a:off x="7338990" y="3707220"/>
                <a:ext cx="0" cy="11447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761" name="Straight Connector 760">
                <a:extLst>
                  <a:ext uri="{FF2B5EF4-FFF2-40B4-BE49-F238E27FC236}">
                    <a16:creationId xmlns:a16="http://schemas.microsoft.com/office/drawing/2014/main" id="{B10E8DF1-FA72-1B65-4C28-2DE89E8AE69A}"/>
                  </a:ext>
                </a:extLst>
              </p:cNvPr>
              <p:cNvCxnSpPr>
                <a:cxnSpLocks/>
                <a:stCxn id="209" idx="2"/>
                <a:endCxn id="226" idx="0"/>
              </p:cNvCxnSpPr>
              <p:nvPr/>
            </p:nvCxnSpPr>
            <p:spPr>
              <a:xfrm>
                <a:off x="7338990" y="4151000"/>
                <a:ext cx="0" cy="13345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4" name="Straight Connector 763">
                <a:extLst>
                  <a:ext uri="{FF2B5EF4-FFF2-40B4-BE49-F238E27FC236}">
                    <a16:creationId xmlns:a16="http://schemas.microsoft.com/office/drawing/2014/main" id="{FAADD13E-EC79-3A1B-BF53-D990E90633B3}"/>
                  </a:ext>
                </a:extLst>
              </p:cNvPr>
              <p:cNvCxnSpPr>
                <a:cxnSpLocks/>
                <a:stCxn id="226" idx="2"/>
                <a:endCxn id="270" idx="0"/>
              </p:cNvCxnSpPr>
              <p:nvPr/>
            </p:nvCxnSpPr>
            <p:spPr>
              <a:xfrm>
                <a:off x="7338990" y="4613764"/>
                <a:ext cx="0" cy="13731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67" name="Straight Connector 766">
                <a:extLst>
                  <a:ext uri="{FF2B5EF4-FFF2-40B4-BE49-F238E27FC236}">
                    <a16:creationId xmlns:a16="http://schemas.microsoft.com/office/drawing/2014/main" id="{E50A72B6-6656-E2C2-4630-CDE5857C1A1F}"/>
                  </a:ext>
                </a:extLst>
              </p:cNvPr>
              <p:cNvCxnSpPr>
                <a:cxnSpLocks/>
                <a:stCxn id="270" idx="2"/>
                <a:endCxn id="314" idx="0"/>
              </p:cNvCxnSpPr>
              <p:nvPr/>
            </p:nvCxnSpPr>
            <p:spPr>
              <a:xfrm>
                <a:off x="7338990" y="5080390"/>
                <a:ext cx="0" cy="10380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58DA29A2-48D6-F66B-F0C1-934883FEA844}"/>
                  </a:ext>
                </a:extLst>
              </p:cNvPr>
              <p:cNvCxnSpPr>
                <a:cxnSpLocks/>
                <a:stCxn id="235" idx="2"/>
                <a:endCxn id="272" idx="0"/>
              </p:cNvCxnSpPr>
              <p:nvPr/>
            </p:nvCxnSpPr>
            <p:spPr>
              <a:xfrm>
                <a:off x="7604253" y="4613313"/>
                <a:ext cx="911" cy="13985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73" name="Straight Connector 772">
                <a:extLst>
                  <a:ext uri="{FF2B5EF4-FFF2-40B4-BE49-F238E27FC236}">
                    <a16:creationId xmlns:a16="http://schemas.microsoft.com/office/drawing/2014/main" id="{D1947C0F-B2E3-3821-1624-AAAB45AB4D5C}"/>
                  </a:ext>
                </a:extLst>
              </p:cNvPr>
              <p:cNvCxnSpPr>
                <a:cxnSpLocks/>
                <a:stCxn id="43" idx="2"/>
                <a:endCxn id="109" idx="0"/>
              </p:cNvCxnSpPr>
              <p:nvPr/>
            </p:nvCxnSpPr>
            <p:spPr>
              <a:xfrm>
                <a:off x="3176856" y="3248766"/>
                <a:ext cx="3097" cy="1935427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6" name="Straight Connector 775">
                <a:extLst>
                  <a:ext uri="{FF2B5EF4-FFF2-40B4-BE49-F238E27FC236}">
                    <a16:creationId xmlns:a16="http://schemas.microsoft.com/office/drawing/2014/main" id="{8961AFB1-94DF-0F76-33EE-45339FFB55E3}"/>
                  </a:ext>
                </a:extLst>
              </p:cNvPr>
              <p:cNvCxnSpPr>
                <a:cxnSpLocks/>
                <a:stCxn id="31" idx="2"/>
                <a:endCxn id="107" idx="0"/>
              </p:cNvCxnSpPr>
              <p:nvPr/>
            </p:nvCxnSpPr>
            <p:spPr>
              <a:xfrm flipH="1">
                <a:off x="2304526" y="3247888"/>
                <a:ext cx="4248" cy="193630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9" name="Straight Connector 778">
                <a:extLst>
                  <a:ext uri="{FF2B5EF4-FFF2-40B4-BE49-F238E27FC236}">
                    <a16:creationId xmlns:a16="http://schemas.microsoft.com/office/drawing/2014/main" id="{02DF4198-8898-AD40-4AB5-169D3C953E7F}"/>
                  </a:ext>
                </a:extLst>
              </p:cNvPr>
              <p:cNvCxnSpPr>
                <a:cxnSpLocks/>
                <a:stCxn id="709" idx="2"/>
                <a:endCxn id="7" idx="0"/>
              </p:cNvCxnSpPr>
              <p:nvPr/>
            </p:nvCxnSpPr>
            <p:spPr>
              <a:xfrm>
                <a:off x="550756" y="2670014"/>
                <a:ext cx="866" cy="24470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82" name="Straight Connector 781">
                <a:extLst>
                  <a:ext uri="{FF2B5EF4-FFF2-40B4-BE49-F238E27FC236}">
                    <a16:creationId xmlns:a16="http://schemas.microsoft.com/office/drawing/2014/main" id="{2B0FAFB6-D042-2B67-3C8C-23A30B3F0AD6}"/>
                  </a:ext>
                </a:extLst>
              </p:cNvPr>
              <p:cNvCxnSpPr>
                <a:cxnSpLocks/>
                <a:stCxn id="730" idx="0"/>
                <a:endCxn id="7" idx="2"/>
              </p:cNvCxnSpPr>
              <p:nvPr/>
            </p:nvCxnSpPr>
            <p:spPr>
              <a:xfrm flipV="1">
                <a:off x="551622" y="3244023"/>
                <a:ext cx="0" cy="13067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85" name="Straight Connector 784">
                <a:extLst>
                  <a:ext uri="{FF2B5EF4-FFF2-40B4-BE49-F238E27FC236}">
                    <a16:creationId xmlns:a16="http://schemas.microsoft.com/office/drawing/2014/main" id="{71AFB132-C64B-3D5B-C380-A29C234573EE}"/>
                  </a:ext>
                </a:extLst>
              </p:cNvPr>
              <p:cNvCxnSpPr>
                <a:cxnSpLocks/>
                <a:stCxn id="725" idx="0"/>
                <a:endCxn id="730" idx="2"/>
              </p:cNvCxnSpPr>
              <p:nvPr/>
            </p:nvCxnSpPr>
            <p:spPr>
              <a:xfrm flipV="1">
                <a:off x="551622" y="3704007"/>
                <a:ext cx="0" cy="12372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93" name="Straight Connector 792">
                <a:extLst>
                  <a:ext uri="{FF2B5EF4-FFF2-40B4-BE49-F238E27FC236}">
                    <a16:creationId xmlns:a16="http://schemas.microsoft.com/office/drawing/2014/main" id="{006B4AB9-912E-68C0-B213-F45184869241}"/>
                  </a:ext>
                </a:extLst>
              </p:cNvPr>
              <p:cNvCxnSpPr>
                <a:cxnSpLocks/>
                <a:stCxn id="725" idx="2"/>
                <a:endCxn id="726" idx="0"/>
              </p:cNvCxnSpPr>
              <p:nvPr/>
            </p:nvCxnSpPr>
            <p:spPr>
              <a:xfrm>
                <a:off x="551622" y="4157037"/>
                <a:ext cx="0" cy="12696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96" name="Straight Connector 795">
                <a:extLst>
                  <a:ext uri="{FF2B5EF4-FFF2-40B4-BE49-F238E27FC236}">
                    <a16:creationId xmlns:a16="http://schemas.microsoft.com/office/drawing/2014/main" id="{F12D3011-444A-6ACE-954F-40AA048226D3}"/>
                  </a:ext>
                </a:extLst>
              </p:cNvPr>
              <p:cNvCxnSpPr>
                <a:cxnSpLocks/>
                <a:stCxn id="726" idx="2"/>
                <a:endCxn id="727" idx="0"/>
              </p:cNvCxnSpPr>
              <p:nvPr/>
            </p:nvCxnSpPr>
            <p:spPr>
              <a:xfrm>
                <a:off x="551622" y="4613313"/>
                <a:ext cx="0" cy="14187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799" name="Straight Connector 798">
                <a:extLst>
                  <a:ext uri="{FF2B5EF4-FFF2-40B4-BE49-F238E27FC236}">
                    <a16:creationId xmlns:a16="http://schemas.microsoft.com/office/drawing/2014/main" id="{924C7776-CA14-9E69-0560-549945D12CA1}"/>
                  </a:ext>
                </a:extLst>
              </p:cNvPr>
              <p:cNvCxnSpPr>
                <a:cxnSpLocks/>
                <a:stCxn id="727" idx="2"/>
                <a:endCxn id="728" idx="0"/>
              </p:cNvCxnSpPr>
              <p:nvPr/>
            </p:nvCxnSpPr>
            <p:spPr>
              <a:xfrm>
                <a:off x="551622" y="5084499"/>
                <a:ext cx="141" cy="9969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4222DF58-2940-3943-AA87-A8FA0F8A04F0}"/>
                  </a:ext>
                </a:extLst>
              </p:cNvPr>
              <p:cNvCxnSpPr>
                <a:cxnSpLocks/>
                <a:stCxn id="17" idx="2"/>
                <a:endCxn id="33" idx="0"/>
              </p:cNvCxnSpPr>
              <p:nvPr/>
            </p:nvCxnSpPr>
            <p:spPr>
              <a:xfrm>
                <a:off x="3432618" y="2663513"/>
                <a:ext cx="0" cy="25594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5641A0-BFC3-98FB-8BD0-97E39230DD9B}"/>
                  </a:ext>
                </a:extLst>
              </p:cNvPr>
              <p:cNvSpPr txBox="1"/>
              <p:nvPr/>
            </p:nvSpPr>
            <p:spPr>
              <a:xfrm rot="16200000">
                <a:off x="355798" y="1857654"/>
                <a:ext cx="393816" cy="238363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GES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CD4276F-A033-43C5-C8A6-DD14F61BE2F4}"/>
                  </a:ext>
                </a:extLst>
              </p:cNvPr>
              <p:cNvSpPr txBox="1"/>
              <p:nvPr/>
            </p:nvSpPr>
            <p:spPr>
              <a:xfrm rot="16200000">
                <a:off x="1856492" y="1841987"/>
                <a:ext cx="440632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EBFM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0B42058-E253-EAF0-022C-6A4DCD5B34B2}"/>
                  </a:ext>
                </a:extLst>
              </p:cNvPr>
              <p:cNvSpPr txBox="1"/>
              <p:nvPr/>
            </p:nvSpPr>
            <p:spPr>
              <a:xfrm rot="16200000">
                <a:off x="1598898" y="1364079"/>
                <a:ext cx="141975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Environmentally  friendly gear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DFAFC32-6C22-30D7-1EEF-0065000B3B9C}"/>
                  </a:ext>
                </a:extLst>
              </p:cNvPr>
              <p:cNvSpPr txBox="1"/>
              <p:nvPr/>
            </p:nvSpPr>
            <p:spPr>
              <a:xfrm rot="16200000">
                <a:off x="2818747" y="1697486"/>
                <a:ext cx="716219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Ban trawling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A93C49B-7817-9755-D56F-56C61A96069C}"/>
                  </a:ext>
                </a:extLst>
              </p:cNvPr>
              <p:cNvSpPr txBox="1"/>
              <p:nvPr/>
            </p:nvSpPr>
            <p:spPr>
              <a:xfrm rot="16200000">
                <a:off x="3107944" y="1726771"/>
                <a:ext cx="655186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Re-training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4D424E8-EC56-7C6A-9B17-15320664246D}"/>
                  </a:ext>
                </a:extLst>
              </p:cNvPr>
              <p:cNvSpPr txBox="1"/>
              <p:nvPr/>
            </p:nvSpPr>
            <p:spPr>
              <a:xfrm rot="16200000">
                <a:off x="4607454" y="1631232"/>
                <a:ext cx="850012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Reduce vessels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BDD67F9-8606-E888-E308-EBD5BE9D28CC}"/>
                  </a:ext>
                </a:extLst>
              </p:cNvPr>
              <p:cNvSpPr txBox="1"/>
              <p:nvPr/>
            </p:nvSpPr>
            <p:spPr>
              <a:xfrm rot="16200000">
                <a:off x="4755656" y="1507200"/>
                <a:ext cx="108694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Alternative marketing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B4A9F40-625C-9B58-9ED8-7AE10F43648E}"/>
                  </a:ext>
                </a:extLst>
              </p:cNvPr>
              <p:cNvSpPr txBox="1"/>
              <p:nvPr/>
            </p:nvSpPr>
            <p:spPr>
              <a:xfrm rot="16200000">
                <a:off x="5004526" y="1490860"/>
                <a:ext cx="111962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Coastal infrastructure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DCB6450-EF1F-823B-ED01-5E542F49B6D6}"/>
                  </a:ext>
                </a:extLst>
              </p:cNvPr>
              <p:cNvSpPr txBox="1"/>
              <p:nvPr/>
            </p:nvSpPr>
            <p:spPr>
              <a:xfrm rot="16200000">
                <a:off x="6738363" y="1454219"/>
                <a:ext cx="1201256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Non-invasive monitoring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47B3DC0A-2213-CA3D-600A-8DB42E2AFF5A}"/>
                  </a:ext>
                </a:extLst>
              </p:cNvPr>
              <p:cNvSpPr txBox="1"/>
              <p:nvPr/>
            </p:nvSpPr>
            <p:spPr>
              <a:xfrm rot="16200000">
                <a:off x="7286557" y="1728719"/>
                <a:ext cx="635392" cy="238363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Subsidies</a:t>
                </a:r>
              </a:p>
            </p:txBody>
          </p:sp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3BD59679-5E41-7095-CE62-05369FAE2C16}"/>
                  </a:ext>
                </a:extLst>
              </p:cNvPr>
              <p:cNvSpPr/>
              <p:nvPr/>
            </p:nvSpPr>
            <p:spPr>
              <a:xfrm rot="5400000">
                <a:off x="4754678" y="1550738"/>
                <a:ext cx="167825" cy="8681701"/>
              </a:xfrm>
              <a:prstGeom prst="triangle">
                <a:avLst>
                  <a:gd name="adj" fmla="val 5265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4ACFE-9C42-62C8-1434-164B598A71DC}"/>
                  </a:ext>
                </a:extLst>
              </p:cNvPr>
              <p:cNvSpPr txBox="1"/>
              <p:nvPr/>
            </p:nvSpPr>
            <p:spPr>
              <a:xfrm>
                <a:off x="447981" y="5785660"/>
                <a:ext cx="763351" cy="223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50" dirty="0"/>
                  <a:t>Ability score</a:t>
                </a:r>
              </a:p>
            </p:txBody>
          </p:sp>
          <p:sp>
            <p:nvSpPr>
              <p:cNvPr id="230" name="Triangle 229">
                <a:extLst>
                  <a:ext uri="{FF2B5EF4-FFF2-40B4-BE49-F238E27FC236}">
                    <a16:creationId xmlns:a16="http://schemas.microsoft.com/office/drawing/2014/main" id="{6EEBB2F1-EDDB-524F-9FD7-5A1B2596159B}"/>
                  </a:ext>
                </a:extLst>
              </p:cNvPr>
              <p:cNvSpPr/>
              <p:nvPr/>
            </p:nvSpPr>
            <p:spPr>
              <a:xfrm rot="10800000">
                <a:off x="9395777" y="2349188"/>
                <a:ext cx="222986" cy="1801812"/>
              </a:xfrm>
              <a:prstGeom prst="triangle">
                <a:avLst>
                  <a:gd name="adj" fmla="val 5265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1B417BF4-3852-5E1A-F7CB-C208A20690CD}"/>
                  </a:ext>
                </a:extLst>
              </p:cNvPr>
              <p:cNvSpPr txBox="1"/>
              <p:nvPr/>
            </p:nvSpPr>
            <p:spPr>
              <a:xfrm>
                <a:off x="9318484" y="4804239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5F63DB96-38FC-0FCE-67B4-A3D179C3C2CD}"/>
                  </a:ext>
                </a:extLst>
              </p:cNvPr>
              <p:cNvSpPr txBox="1"/>
              <p:nvPr/>
            </p:nvSpPr>
            <p:spPr>
              <a:xfrm>
                <a:off x="9318484" y="5237278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38881541-2503-4DC5-A3CC-27B4853FA6D6}"/>
                  </a:ext>
                </a:extLst>
              </p:cNvPr>
              <p:cNvSpPr txBox="1"/>
              <p:nvPr/>
            </p:nvSpPr>
            <p:spPr>
              <a:xfrm>
                <a:off x="9320036" y="4337090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4CE681-252B-5D5B-CBF8-974C687FCCE6}"/>
                </a:ext>
              </a:extLst>
            </p:cNvPr>
            <p:cNvSpPr txBox="1"/>
            <p:nvPr/>
          </p:nvSpPr>
          <p:spPr>
            <a:xfrm rot="5400000">
              <a:off x="8794991" y="2922665"/>
              <a:ext cx="1434395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Weighting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802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0">
            <a:extLst>
              <a:ext uri="{FF2B5EF4-FFF2-40B4-BE49-F238E27FC236}">
                <a16:creationId xmlns:a16="http://schemas.microsoft.com/office/drawing/2014/main" id="{94D11AC5-0106-5A63-3B48-D219B44CB5B3}"/>
              </a:ext>
            </a:extLst>
          </p:cNvPr>
          <p:cNvSpPr txBox="1"/>
          <p:nvPr/>
        </p:nvSpPr>
        <p:spPr>
          <a:xfrm>
            <a:off x="1220972" y="262271"/>
            <a:ext cx="7800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Team 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3D5CB7-ADF4-BC43-31AF-80D42C81AFAD}"/>
              </a:ext>
            </a:extLst>
          </p:cNvPr>
          <p:cNvGrpSpPr/>
          <p:nvPr/>
        </p:nvGrpSpPr>
        <p:grpSpPr>
          <a:xfrm>
            <a:off x="1576069" y="757274"/>
            <a:ext cx="9302200" cy="5251524"/>
            <a:chOff x="433069" y="757274"/>
            <a:chExt cx="9302200" cy="525152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3622A71-68F4-9B50-41BB-14D49B2308B5}"/>
                </a:ext>
              </a:extLst>
            </p:cNvPr>
            <p:cNvGrpSpPr/>
            <p:nvPr/>
          </p:nvGrpSpPr>
          <p:grpSpPr>
            <a:xfrm>
              <a:off x="433069" y="757274"/>
              <a:ext cx="9302200" cy="5251524"/>
              <a:chOff x="433069" y="757274"/>
              <a:chExt cx="9302200" cy="5251524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10C6B4BE-F47E-6031-B236-C649F611D940}"/>
                  </a:ext>
                </a:extLst>
              </p:cNvPr>
              <p:cNvCxnSpPr>
                <a:cxnSpLocks/>
                <a:stCxn id="282" idx="1"/>
                <a:endCxn id="255" idx="0"/>
              </p:cNvCxnSpPr>
              <p:nvPr/>
            </p:nvCxnSpPr>
            <p:spPr>
              <a:xfrm>
                <a:off x="552252" y="2173744"/>
                <a:ext cx="1104" cy="160215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1279C0E-910F-C885-ACC3-6B02650D0ABA}"/>
                  </a:ext>
                </a:extLst>
              </p:cNvPr>
              <p:cNvCxnSpPr>
                <a:cxnSpLocks/>
                <a:stCxn id="283" idx="1"/>
                <a:endCxn id="170" idx="0"/>
              </p:cNvCxnSpPr>
              <p:nvPr/>
            </p:nvCxnSpPr>
            <p:spPr>
              <a:xfrm>
                <a:off x="1387532" y="2177228"/>
                <a:ext cx="0" cy="156132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01826F6D-FF88-3FED-BFFC-7CB415DD9025}"/>
                  </a:ext>
                </a:extLst>
              </p:cNvPr>
              <p:cNvCxnSpPr>
                <a:cxnSpLocks/>
                <a:stCxn id="284" idx="1"/>
                <a:endCxn id="179" idx="0"/>
              </p:cNvCxnSpPr>
              <p:nvPr/>
            </p:nvCxnSpPr>
            <p:spPr>
              <a:xfrm flipH="1">
                <a:off x="2203189" y="2177028"/>
                <a:ext cx="242" cy="745015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817C1197-01D8-81E7-BB59-A0C5A324854B}"/>
                  </a:ext>
                </a:extLst>
              </p:cNvPr>
              <p:cNvCxnSpPr>
                <a:cxnSpLocks/>
                <a:stCxn id="285" idx="1"/>
                <a:endCxn id="184" idx="0"/>
              </p:cNvCxnSpPr>
              <p:nvPr/>
            </p:nvCxnSpPr>
            <p:spPr>
              <a:xfrm flipH="1">
                <a:off x="2467303" y="2169289"/>
                <a:ext cx="1" cy="753869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5AE16054-F7E1-BD1E-0C32-DD30932EF9A0}"/>
                  </a:ext>
                </a:extLst>
              </p:cNvPr>
              <p:cNvCxnSpPr>
                <a:cxnSpLocks/>
                <a:stCxn id="286" idx="1"/>
                <a:endCxn id="172" idx="0"/>
              </p:cNvCxnSpPr>
              <p:nvPr/>
            </p:nvCxnSpPr>
            <p:spPr>
              <a:xfrm>
                <a:off x="3399929" y="2169289"/>
                <a:ext cx="939" cy="164916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D2293B61-3354-C69B-7E34-E9568142FB2D}"/>
                  </a:ext>
                </a:extLst>
              </p:cNvPr>
              <p:cNvCxnSpPr>
                <a:cxnSpLocks/>
                <a:stCxn id="287" idx="1"/>
                <a:endCxn id="173" idx="0"/>
              </p:cNvCxnSpPr>
              <p:nvPr/>
            </p:nvCxnSpPr>
            <p:spPr>
              <a:xfrm>
                <a:off x="5032461" y="2165597"/>
                <a:ext cx="2146" cy="166927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F2DEDC34-3024-8814-A8B3-B556C9A8FAA0}"/>
                  </a:ext>
                </a:extLst>
              </p:cNvPr>
              <p:cNvCxnSpPr>
                <a:cxnSpLocks/>
                <a:stCxn id="288" idx="1"/>
                <a:endCxn id="174" idx="0"/>
              </p:cNvCxnSpPr>
              <p:nvPr/>
            </p:nvCxnSpPr>
            <p:spPr>
              <a:xfrm>
                <a:off x="5299127" y="2173575"/>
                <a:ext cx="670" cy="161560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93185F13-7B47-D8BB-B4B3-885C8C88A3ED}"/>
                  </a:ext>
                </a:extLst>
              </p:cNvPr>
              <p:cNvCxnSpPr>
                <a:cxnSpLocks/>
                <a:stCxn id="289" idx="1"/>
                <a:endCxn id="189" idx="0"/>
              </p:cNvCxnSpPr>
              <p:nvPr/>
            </p:nvCxnSpPr>
            <p:spPr>
              <a:xfrm flipH="1">
                <a:off x="5564317" y="2165597"/>
                <a:ext cx="21" cy="1204680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717FA182-2A5B-0E25-16EA-7E29875FC8DE}"/>
                  </a:ext>
                </a:extLst>
              </p:cNvPr>
              <p:cNvCxnSpPr>
                <a:cxnSpLocks/>
                <a:stCxn id="290" idx="1"/>
                <a:endCxn id="175" idx="0"/>
              </p:cNvCxnSpPr>
              <p:nvPr/>
            </p:nvCxnSpPr>
            <p:spPr>
              <a:xfrm flipH="1">
                <a:off x="7338990" y="2169772"/>
                <a:ext cx="1" cy="163588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D704F3D-2076-F615-D0BE-E9ADF671D755}"/>
                  </a:ext>
                </a:extLst>
              </p:cNvPr>
              <p:cNvCxnSpPr>
                <a:cxnSpLocks/>
                <a:stCxn id="291" idx="1"/>
                <a:endCxn id="230" idx="0"/>
              </p:cNvCxnSpPr>
              <p:nvPr/>
            </p:nvCxnSpPr>
            <p:spPr>
              <a:xfrm flipH="1">
                <a:off x="8278656" y="2163579"/>
                <a:ext cx="1" cy="2118408"/>
              </a:xfrm>
              <a:prstGeom prst="line">
                <a:avLst/>
              </a:prstGeom>
              <a:ln w="3175">
                <a:solidFill>
                  <a:srgbClr val="C00000"/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E1F0CD6E-9A76-B885-82C6-D5B99F131AEC}"/>
                  </a:ext>
                </a:extLst>
              </p:cNvPr>
              <p:cNvCxnSpPr>
                <a:cxnSpLocks/>
                <a:stCxn id="259" idx="3"/>
                <a:endCxn id="197" idx="1"/>
              </p:cNvCxnSpPr>
              <p:nvPr/>
            </p:nvCxnSpPr>
            <p:spPr>
              <a:xfrm>
                <a:off x="593163" y="5348847"/>
                <a:ext cx="1564378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C7E0DEA6-AA66-2678-7C60-0B08394F0E29}"/>
                  </a:ext>
                </a:extLst>
              </p:cNvPr>
              <p:cNvCxnSpPr>
                <a:cxnSpLocks/>
                <a:stCxn id="258" idx="3"/>
                <a:endCxn id="240" idx="1"/>
              </p:cNvCxnSpPr>
              <p:nvPr/>
            </p:nvCxnSpPr>
            <p:spPr>
              <a:xfrm>
                <a:off x="593022" y="4919845"/>
                <a:ext cx="4399052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AFBFDF56-251D-7B42-2537-D88EA4AC9230}"/>
                  </a:ext>
                </a:extLst>
              </p:cNvPr>
              <p:cNvCxnSpPr>
                <a:cxnSpLocks/>
                <a:stCxn id="167" idx="3"/>
                <a:endCxn id="178" idx="1"/>
              </p:cNvCxnSpPr>
              <p:nvPr/>
            </p:nvCxnSpPr>
            <p:spPr>
              <a:xfrm flipV="1">
                <a:off x="593022" y="3086697"/>
                <a:ext cx="752570" cy="4973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4276CBEB-5C9F-D8A2-B02F-A6FF5F7DC732}"/>
                  </a:ext>
                </a:extLst>
              </p:cNvPr>
              <p:cNvSpPr/>
              <p:nvPr/>
            </p:nvSpPr>
            <p:spPr>
              <a:xfrm>
                <a:off x="510222" y="2927016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Rounded Rectangle 167">
                <a:extLst>
                  <a:ext uri="{FF2B5EF4-FFF2-40B4-BE49-F238E27FC236}">
                    <a16:creationId xmlns:a16="http://schemas.microsoft.com/office/drawing/2014/main" id="{EA9B57DE-D257-3FF6-7860-BAF475132CE4}"/>
                  </a:ext>
                </a:extLst>
              </p:cNvPr>
              <p:cNvSpPr/>
              <p:nvPr/>
            </p:nvSpPr>
            <p:spPr>
              <a:xfrm>
                <a:off x="645088" y="2338398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ICES advice system</a:t>
                </a:r>
              </a:p>
            </p:txBody>
          </p:sp>
          <p:sp>
            <p:nvSpPr>
              <p:cNvPr id="169" name="Rounded Rectangle 168">
                <a:extLst>
                  <a:ext uri="{FF2B5EF4-FFF2-40B4-BE49-F238E27FC236}">
                    <a16:creationId xmlns:a16="http://schemas.microsoft.com/office/drawing/2014/main" id="{61EFDEEA-0238-578F-1DAF-662F50C2C10C}"/>
                  </a:ext>
                </a:extLst>
              </p:cNvPr>
              <p:cNvSpPr/>
              <p:nvPr/>
            </p:nvSpPr>
            <p:spPr>
              <a:xfrm>
                <a:off x="1487138" y="2333360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MPAs</a:t>
                </a:r>
              </a:p>
            </p:txBody>
          </p: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9AE0C40E-AD88-1357-07A8-B4B73ACDCCCD}"/>
                  </a:ext>
                </a:extLst>
              </p:cNvPr>
              <p:cNvSpPr/>
              <p:nvPr/>
            </p:nvSpPr>
            <p:spPr>
              <a:xfrm>
                <a:off x="1346132" y="2333360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Rounded Rectangle 170">
                <a:extLst>
                  <a:ext uri="{FF2B5EF4-FFF2-40B4-BE49-F238E27FC236}">
                    <a16:creationId xmlns:a16="http://schemas.microsoft.com/office/drawing/2014/main" id="{E3603BC6-A262-7E23-6F80-C53FCC60BDBA}"/>
                  </a:ext>
                </a:extLst>
              </p:cNvPr>
              <p:cNvSpPr/>
              <p:nvPr/>
            </p:nvSpPr>
            <p:spPr>
              <a:xfrm>
                <a:off x="2624298" y="2167870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Riparian strips</a:t>
                </a:r>
              </a:p>
            </p:txBody>
          </p: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D633713A-1402-491C-C2B7-8AB1573E08F3}"/>
                  </a:ext>
                </a:extLst>
              </p:cNvPr>
              <p:cNvSpPr/>
              <p:nvPr/>
            </p:nvSpPr>
            <p:spPr>
              <a:xfrm>
                <a:off x="3359468" y="2334205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ounded Rectangle 172">
                <a:extLst>
                  <a:ext uri="{FF2B5EF4-FFF2-40B4-BE49-F238E27FC236}">
                    <a16:creationId xmlns:a16="http://schemas.microsoft.com/office/drawing/2014/main" id="{6B8FEB34-7F32-8D6F-B156-43C6064ED94C}"/>
                  </a:ext>
                </a:extLst>
              </p:cNvPr>
              <p:cNvSpPr/>
              <p:nvPr/>
            </p:nvSpPr>
            <p:spPr>
              <a:xfrm>
                <a:off x="4993207" y="2332524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Rounded Rectangle 173">
                <a:extLst>
                  <a:ext uri="{FF2B5EF4-FFF2-40B4-BE49-F238E27FC236}">
                    <a16:creationId xmlns:a16="http://schemas.microsoft.com/office/drawing/2014/main" id="{F3F3CBF3-A4C3-A181-3FA2-7756B6033BC6}"/>
                  </a:ext>
                </a:extLst>
              </p:cNvPr>
              <p:cNvSpPr/>
              <p:nvPr/>
            </p:nvSpPr>
            <p:spPr>
              <a:xfrm>
                <a:off x="5258397" y="2335135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C83F0E86-2D92-0AEF-0181-D28C76FD1E66}"/>
                  </a:ext>
                </a:extLst>
              </p:cNvPr>
              <p:cNvSpPr/>
              <p:nvPr/>
            </p:nvSpPr>
            <p:spPr>
              <a:xfrm>
                <a:off x="7297590" y="2333360"/>
                <a:ext cx="82800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ounded Rectangle 175">
                <a:extLst>
                  <a:ext uri="{FF2B5EF4-FFF2-40B4-BE49-F238E27FC236}">
                    <a16:creationId xmlns:a16="http://schemas.microsoft.com/office/drawing/2014/main" id="{008CCEE1-7415-B704-6878-C99CDB5C2897}"/>
                  </a:ext>
                </a:extLst>
              </p:cNvPr>
              <p:cNvSpPr/>
              <p:nvPr/>
            </p:nvSpPr>
            <p:spPr>
              <a:xfrm>
                <a:off x="8432153" y="2333226"/>
                <a:ext cx="734027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Healthy ecosystem</a:t>
                </a:r>
              </a:p>
            </p:txBody>
          </p:sp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7BD8D7D6-C02A-4872-BC6C-AE208108A08E}"/>
                  </a:ext>
                </a:extLst>
              </p:cNvPr>
              <p:cNvSpPr/>
              <p:nvPr/>
            </p:nvSpPr>
            <p:spPr>
              <a:xfrm>
                <a:off x="2624298" y="2521876"/>
                <a:ext cx="658616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Reduce fertilization</a:t>
                </a: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74FB5B85-E241-E578-88B9-35540B600777}"/>
                  </a:ext>
                </a:extLst>
              </p:cNvPr>
              <p:cNvSpPr/>
              <p:nvPr/>
            </p:nvSpPr>
            <p:spPr>
              <a:xfrm>
                <a:off x="1345592" y="2922043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8911B27E-D69F-148A-A2F5-10B92ACEE940}"/>
                  </a:ext>
                </a:extLst>
              </p:cNvPr>
              <p:cNvSpPr/>
              <p:nvPr/>
            </p:nvSpPr>
            <p:spPr>
              <a:xfrm>
                <a:off x="2161789" y="2922043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ounded Rectangle 179">
                <a:extLst>
                  <a:ext uri="{FF2B5EF4-FFF2-40B4-BE49-F238E27FC236}">
                    <a16:creationId xmlns:a16="http://schemas.microsoft.com/office/drawing/2014/main" id="{2CB7DF81-AEE3-DC45-9F71-CAC24E51F9AA}"/>
                  </a:ext>
                </a:extLst>
              </p:cNvPr>
              <p:cNvSpPr/>
              <p:nvPr/>
            </p:nvSpPr>
            <p:spPr>
              <a:xfrm>
                <a:off x="3359468" y="2923158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F65D3F17-5050-E097-B48A-F4350C582E1D}"/>
                  </a:ext>
                </a:extLst>
              </p:cNvPr>
              <p:cNvSpPr/>
              <p:nvPr/>
            </p:nvSpPr>
            <p:spPr>
              <a:xfrm>
                <a:off x="3513623" y="2922074"/>
                <a:ext cx="658616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Fisheries monitoring</a:t>
                </a:r>
              </a:p>
            </p:txBody>
          </p:sp>
          <p:sp>
            <p:nvSpPr>
              <p:cNvPr id="182" name="Rounded Rectangle 181">
                <a:extLst>
                  <a:ext uri="{FF2B5EF4-FFF2-40B4-BE49-F238E27FC236}">
                    <a16:creationId xmlns:a16="http://schemas.microsoft.com/office/drawing/2014/main" id="{E66DCD3C-8E99-4D37-5264-9C4CB04FA647}"/>
                  </a:ext>
                </a:extLst>
              </p:cNvPr>
              <p:cNvSpPr/>
              <p:nvPr/>
            </p:nvSpPr>
            <p:spPr>
              <a:xfrm>
                <a:off x="4314502" y="2920318"/>
                <a:ext cx="658616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No-take areas</a:t>
                </a:r>
              </a:p>
            </p:txBody>
          </p:sp>
          <p:sp>
            <p:nvSpPr>
              <p:cNvPr id="183" name="Rounded Rectangle 182">
                <a:extLst>
                  <a:ext uri="{FF2B5EF4-FFF2-40B4-BE49-F238E27FC236}">
                    <a16:creationId xmlns:a16="http://schemas.microsoft.com/office/drawing/2014/main" id="{8C49329A-3C43-2105-EDE0-5560877209B3}"/>
                  </a:ext>
                </a:extLst>
              </p:cNvPr>
              <p:cNvSpPr/>
              <p:nvPr/>
            </p:nvSpPr>
            <p:spPr>
              <a:xfrm>
                <a:off x="8439271" y="2927016"/>
                <a:ext cx="726909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Protect stock</a:t>
                </a:r>
              </a:p>
            </p:txBody>
          </p:sp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72BEBCB5-7D38-492A-096B-BFC3B925C72F}"/>
                  </a:ext>
                </a:extLst>
              </p:cNvPr>
              <p:cNvSpPr/>
              <p:nvPr/>
            </p:nvSpPr>
            <p:spPr>
              <a:xfrm>
                <a:off x="2425903" y="2923158"/>
                <a:ext cx="82800" cy="329308"/>
              </a:xfrm>
              <a:prstGeom prst="round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ounded Rectangle 184">
                <a:extLst>
                  <a:ext uri="{FF2B5EF4-FFF2-40B4-BE49-F238E27FC236}">
                    <a16:creationId xmlns:a16="http://schemas.microsoft.com/office/drawing/2014/main" id="{4FE73444-4A5E-59AC-AF83-D8BE42049BCE}"/>
                  </a:ext>
                </a:extLst>
              </p:cNvPr>
              <p:cNvSpPr/>
              <p:nvPr/>
            </p:nvSpPr>
            <p:spPr>
              <a:xfrm>
                <a:off x="6555454" y="3846788"/>
                <a:ext cx="658616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Promote tourism</a:t>
                </a:r>
              </a:p>
            </p:txBody>
          </p: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84494B67-0ACF-056D-EA47-F60764926C43}"/>
                  </a:ext>
                </a:extLst>
              </p:cNvPr>
              <p:cNvSpPr/>
              <p:nvPr/>
            </p:nvSpPr>
            <p:spPr>
              <a:xfrm>
                <a:off x="8439271" y="3846788"/>
                <a:ext cx="726921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Safeguard well-being</a:t>
                </a:r>
              </a:p>
            </p:txBody>
          </p:sp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547B7144-FD00-4741-466D-7E5A83FDA3CD}"/>
                  </a:ext>
                </a:extLst>
              </p:cNvPr>
              <p:cNvSpPr/>
              <p:nvPr/>
            </p:nvSpPr>
            <p:spPr>
              <a:xfrm>
                <a:off x="3616384" y="3376314"/>
                <a:ext cx="658616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Quota distribution</a:t>
                </a:r>
              </a:p>
            </p:txBody>
          </p:sp>
          <p:sp>
            <p:nvSpPr>
              <p:cNvPr id="188" name="Rounded Rectangle 187">
                <a:extLst>
                  <a:ext uri="{FF2B5EF4-FFF2-40B4-BE49-F238E27FC236}">
                    <a16:creationId xmlns:a16="http://schemas.microsoft.com/office/drawing/2014/main" id="{9D8030E1-E84D-ED79-E06C-ACD4F574D5A9}"/>
                  </a:ext>
                </a:extLst>
              </p:cNvPr>
              <p:cNvSpPr/>
              <p:nvPr/>
            </p:nvSpPr>
            <p:spPr>
              <a:xfrm>
                <a:off x="5257707" y="3382075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ounded Rectangle 188">
                <a:extLst>
                  <a:ext uri="{FF2B5EF4-FFF2-40B4-BE49-F238E27FC236}">
                    <a16:creationId xmlns:a16="http://schemas.microsoft.com/office/drawing/2014/main" id="{16C4FBB1-EDC6-E963-C9C6-4DC48F9CCC71}"/>
                  </a:ext>
                </a:extLst>
              </p:cNvPr>
              <p:cNvSpPr/>
              <p:nvPr/>
            </p:nvSpPr>
            <p:spPr>
              <a:xfrm>
                <a:off x="5522917" y="3370277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ounded Rectangle 189">
                <a:extLst>
                  <a:ext uri="{FF2B5EF4-FFF2-40B4-BE49-F238E27FC236}">
                    <a16:creationId xmlns:a16="http://schemas.microsoft.com/office/drawing/2014/main" id="{4E4C26D8-F59E-634C-ECEC-C83B6D7652A7}"/>
                  </a:ext>
                </a:extLst>
              </p:cNvPr>
              <p:cNvSpPr/>
              <p:nvPr/>
            </p:nvSpPr>
            <p:spPr>
              <a:xfrm>
                <a:off x="8435003" y="3370803"/>
                <a:ext cx="731177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Support livelihoods (SF)</a:t>
                </a:r>
              </a:p>
            </p:txBody>
          </p:sp>
          <p:sp>
            <p:nvSpPr>
              <p:cNvPr id="192" name="Rounded Rectangle 191">
                <a:extLst>
                  <a:ext uri="{FF2B5EF4-FFF2-40B4-BE49-F238E27FC236}">
                    <a16:creationId xmlns:a16="http://schemas.microsoft.com/office/drawing/2014/main" id="{C92C3F14-5B16-8809-9009-4A25BD59D888}"/>
                  </a:ext>
                </a:extLst>
              </p:cNvPr>
              <p:cNvSpPr/>
              <p:nvPr/>
            </p:nvSpPr>
            <p:spPr>
              <a:xfrm>
                <a:off x="5258444" y="4284866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87C97923-2D35-3C01-FA51-EE311BCED3C0}"/>
                  </a:ext>
                </a:extLst>
              </p:cNvPr>
              <p:cNvSpPr/>
              <p:nvPr/>
            </p:nvSpPr>
            <p:spPr>
              <a:xfrm>
                <a:off x="5718725" y="4284866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Diversification</a:t>
                </a:r>
              </a:p>
            </p:txBody>
          </p:sp>
          <p:sp>
            <p:nvSpPr>
              <p:cNvPr id="194" name="Rounded Rectangle 193">
                <a:extLst>
                  <a:ext uri="{FF2B5EF4-FFF2-40B4-BE49-F238E27FC236}">
                    <a16:creationId xmlns:a16="http://schemas.microsoft.com/office/drawing/2014/main" id="{93824A02-13A8-BCA6-2C54-52B383B43A8C}"/>
                  </a:ext>
                </a:extLst>
              </p:cNvPr>
              <p:cNvSpPr/>
              <p:nvPr/>
            </p:nvSpPr>
            <p:spPr>
              <a:xfrm>
                <a:off x="8435023" y="4284866"/>
                <a:ext cx="731183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Preserve cultural value</a:t>
                </a:r>
              </a:p>
            </p:txBody>
          </p:sp>
          <p:sp>
            <p:nvSpPr>
              <p:cNvPr id="195" name="Rounded Rectangle 194">
                <a:extLst>
                  <a:ext uri="{FF2B5EF4-FFF2-40B4-BE49-F238E27FC236}">
                    <a16:creationId xmlns:a16="http://schemas.microsoft.com/office/drawing/2014/main" id="{9ED85740-62D7-361D-90B8-023D65036D75}"/>
                  </a:ext>
                </a:extLst>
              </p:cNvPr>
              <p:cNvSpPr/>
              <p:nvPr/>
            </p:nvSpPr>
            <p:spPr>
              <a:xfrm>
                <a:off x="6443186" y="4284866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Educational programs</a:t>
                </a:r>
              </a:p>
            </p:txBody>
          </p:sp>
          <p:sp>
            <p:nvSpPr>
              <p:cNvPr id="196" name="Rounded Rectangle 195">
                <a:extLst>
                  <a:ext uri="{FF2B5EF4-FFF2-40B4-BE49-F238E27FC236}">
                    <a16:creationId xmlns:a16="http://schemas.microsoft.com/office/drawing/2014/main" id="{F3C6BF58-C971-CB08-51EB-895DDF4C7854}"/>
                  </a:ext>
                </a:extLst>
              </p:cNvPr>
              <p:cNvSpPr/>
              <p:nvPr/>
            </p:nvSpPr>
            <p:spPr>
              <a:xfrm>
                <a:off x="8435024" y="4751154"/>
                <a:ext cx="731184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Economically viable (SF)</a:t>
                </a:r>
              </a:p>
            </p:txBody>
          </p: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8CDEE38C-363D-9866-45C3-80B96A388307}"/>
                  </a:ext>
                </a:extLst>
              </p:cNvPr>
              <p:cNvSpPr/>
              <p:nvPr/>
            </p:nvSpPr>
            <p:spPr>
              <a:xfrm>
                <a:off x="2157541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ounded Rectangle 197">
                <a:extLst>
                  <a:ext uri="{FF2B5EF4-FFF2-40B4-BE49-F238E27FC236}">
                    <a16:creationId xmlns:a16="http://schemas.microsoft.com/office/drawing/2014/main" id="{41A3301A-1D35-1775-6C85-DBB58EB7FBC8}"/>
                  </a:ext>
                </a:extLst>
              </p:cNvPr>
              <p:cNvSpPr/>
              <p:nvPr/>
            </p:nvSpPr>
            <p:spPr>
              <a:xfrm>
                <a:off x="2429000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ounded Rectangle 198">
                <a:extLst>
                  <a:ext uri="{FF2B5EF4-FFF2-40B4-BE49-F238E27FC236}">
                    <a16:creationId xmlns:a16="http://schemas.microsoft.com/office/drawing/2014/main" id="{F3993A22-E9A2-3113-B27E-03F271D2064C}"/>
                  </a:ext>
                </a:extLst>
              </p:cNvPr>
              <p:cNvSpPr/>
              <p:nvPr/>
            </p:nvSpPr>
            <p:spPr>
              <a:xfrm>
                <a:off x="8435024" y="5184193"/>
                <a:ext cx="734028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Environmentally friendly (SF)</a:t>
                </a:r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A51BD34E-3674-0761-003C-460B6CDF1BDA}"/>
                  </a:ext>
                </a:extLst>
              </p:cNvPr>
              <p:cNvCxnSpPr>
                <a:cxnSpLocks/>
                <a:stCxn id="170" idx="3"/>
                <a:endCxn id="169" idx="1"/>
              </p:cNvCxnSpPr>
              <p:nvPr/>
            </p:nvCxnSpPr>
            <p:spPr>
              <a:xfrm>
                <a:off x="1428932" y="2498014"/>
                <a:ext cx="58206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067C9A92-E536-8B6C-61EF-683B36A40053}"/>
                  </a:ext>
                </a:extLst>
              </p:cNvPr>
              <p:cNvCxnSpPr>
                <a:cxnSpLocks/>
                <a:stCxn id="170" idx="1"/>
                <a:endCxn id="168" idx="3"/>
              </p:cNvCxnSpPr>
              <p:nvPr/>
            </p:nvCxnSpPr>
            <p:spPr>
              <a:xfrm flipH="1">
                <a:off x="1303704" y="2498014"/>
                <a:ext cx="42428" cy="5038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243089C0-3D4F-12E9-3D0E-5D1B74BC638D}"/>
                  </a:ext>
                </a:extLst>
              </p:cNvPr>
              <p:cNvCxnSpPr>
                <a:cxnSpLocks/>
                <a:stCxn id="169" idx="3"/>
                <a:endCxn id="171" idx="1"/>
              </p:cNvCxnSpPr>
              <p:nvPr/>
            </p:nvCxnSpPr>
            <p:spPr>
              <a:xfrm flipV="1">
                <a:off x="2145754" y="2332524"/>
                <a:ext cx="478544" cy="16549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7CC0F53E-3348-237A-296B-39C4129057D9}"/>
                  </a:ext>
                </a:extLst>
              </p:cNvPr>
              <p:cNvCxnSpPr>
                <a:cxnSpLocks/>
                <a:stCxn id="169" idx="3"/>
                <a:endCxn id="177" idx="1"/>
              </p:cNvCxnSpPr>
              <p:nvPr/>
            </p:nvCxnSpPr>
            <p:spPr>
              <a:xfrm>
                <a:off x="2145754" y="2498014"/>
                <a:ext cx="478544" cy="18851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30BF2E97-FC42-4186-50ED-8EA5154DE9BB}"/>
                  </a:ext>
                </a:extLst>
              </p:cNvPr>
              <p:cNvCxnSpPr>
                <a:cxnSpLocks/>
                <a:stCxn id="171" idx="3"/>
                <a:endCxn id="172" idx="1"/>
              </p:cNvCxnSpPr>
              <p:nvPr/>
            </p:nvCxnSpPr>
            <p:spPr>
              <a:xfrm>
                <a:off x="3282914" y="2332524"/>
                <a:ext cx="76554" cy="166335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C877240F-44F2-57F1-59FD-983929313D3F}"/>
                  </a:ext>
                </a:extLst>
              </p:cNvPr>
              <p:cNvCxnSpPr>
                <a:cxnSpLocks/>
                <a:stCxn id="177" idx="3"/>
                <a:endCxn id="172" idx="1"/>
              </p:cNvCxnSpPr>
              <p:nvPr/>
            </p:nvCxnSpPr>
            <p:spPr>
              <a:xfrm flipV="1">
                <a:off x="3282914" y="2498859"/>
                <a:ext cx="76554" cy="187671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A9065D69-40E3-6507-1FCA-76BB5353D520}"/>
                  </a:ext>
                </a:extLst>
              </p:cNvPr>
              <p:cNvCxnSpPr>
                <a:cxnSpLocks/>
                <a:stCxn id="172" idx="3"/>
                <a:endCxn id="173" idx="1"/>
              </p:cNvCxnSpPr>
              <p:nvPr/>
            </p:nvCxnSpPr>
            <p:spPr>
              <a:xfrm flipV="1">
                <a:off x="3442268" y="2497178"/>
                <a:ext cx="1550939" cy="1681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725BA981-BD76-04E7-C267-2470A1F40082}"/>
                  </a:ext>
                </a:extLst>
              </p:cNvPr>
              <p:cNvCxnSpPr>
                <a:cxnSpLocks/>
                <a:stCxn id="174" idx="1"/>
                <a:endCxn id="173" idx="3"/>
              </p:cNvCxnSpPr>
              <p:nvPr/>
            </p:nvCxnSpPr>
            <p:spPr>
              <a:xfrm flipH="1" flipV="1">
                <a:off x="5076007" y="2497178"/>
                <a:ext cx="182390" cy="2611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815230F-B78E-CC6B-F93F-24BF5B9552DD}"/>
                  </a:ext>
                </a:extLst>
              </p:cNvPr>
              <p:cNvCxnSpPr>
                <a:cxnSpLocks/>
                <a:stCxn id="174" idx="3"/>
                <a:endCxn id="175" idx="1"/>
              </p:cNvCxnSpPr>
              <p:nvPr/>
            </p:nvCxnSpPr>
            <p:spPr>
              <a:xfrm flipV="1">
                <a:off x="5341197" y="2498014"/>
                <a:ext cx="1956393" cy="1775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42FA114F-8DA5-3AA5-52ED-463798A48434}"/>
                  </a:ext>
                </a:extLst>
              </p:cNvPr>
              <p:cNvCxnSpPr>
                <a:cxnSpLocks/>
                <a:stCxn id="175" idx="3"/>
                <a:endCxn id="176" idx="1"/>
              </p:cNvCxnSpPr>
              <p:nvPr/>
            </p:nvCxnSpPr>
            <p:spPr>
              <a:xfrm flipV="1">
                <a:off x="7380390" y="2497880"/>
                <a:ext cx="1051763" cy="134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894D40A8-DA76-0097-B3E4-1944CB71BF9F}"/>
                  </a:ext>
                </a:extLst>
              </p:cNvPr>
              <p:cNvCxnSpPr>
                <a:cxnSpLocks/>
                <a:stCxn id="178" idx="3"/>
                <a:endCxn id="179" idx="1"/>
              </p:cNvCxnSpPr>
              <p:nvPr/>
            </p:nvCxnSpPr>
            <p:spPr>
              <a:xfrm>
                <a:off x="1428392" y="3086697"/>
                <a:ext cx="733397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09F54D2-8BB1-EE1E-F65B-A5CD005F84CE}"/>
                  </a:ext>
                </a:extLst>
              </p:cNvPr>
              <p:cNvCxnSpPr>
                <a:cxnSpLocks/>
                <a:stCxn id="179" idx="3"/>
                <a:endCxn id="184" idx="1"/>
              </p:cNvCxnSpPr>
              <p:nvPr/>
            </p:nvCxnSpPr>
            <p:spPr>
              <a:xfrm>
                <a:off x="2244589" y="3086697"/>
                <a:ext cx="181314" cy="1115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EDEDCBE-8D40-67AC-845A-0424E893C8A9}"/>
                  </a:ext>
                </a:extLst>
              </p:cNvPr>
              <p:cNvCxnSpPr>
                <a:cxnSpLocks/>
                <a:stCxn id="184" idx="3"/>
                <a:endCxn id="180" idx="1"/>
              </p:cNvCxnSpPr>
              <p:nvPr/>
            </p:nvCxnSpPr>
            <p:spPr>
              <a:xfrm>
                <a:off x="2508703" y="3087812"/>
                <a:ext cx="850765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A09AA821-2D3B-AD9A-7C84-99822EA0593A}"/>
                  </a:ext>
                </a:extLst>
              </p:cNvPr>
              <p:cNvCxnSpPr>
                <a:cxnSpLocks/>
                <a:stCxn id="180" idx="3"/>
                <a:endCxn id="181" idx="1"/>
              </p:cNvCxnSpPr>
              <p:nvPr/>
            </p:nvCxnSpPr>
            <p:spPr>
              <a:xfrm flipV="1">
                <a:off x="3442268" y="3086728"/>
                <a:ext cx="71355" cy="1084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0EEA617D-58E8-19FE-0AB3-E58EF74BA9CF}"/>
                  </a:ext>
                </a:extLst>
              </p:cNvPr>
              <p:cNvCxnSpPr>
                <a:cxnSpLocks/>
                <a:stCxn id="182" idx="1"/>
                <a:endCxn id="181" idx="3"/>
              </p:cNvCxnSpPr>
              <p:nvPr/>
            </p:nvCxnSpPr>
            <p:spPr>
              <a:xfrm flipH="1">
                <a:off x="4172239" y="3084972"/>
                <a:ext cx="142263" cy="1756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05F0F8FF-787C-E010-AECF-8D2FF05A132F}"/>
                  </a:ext>
                </a:extLst>
              </p:cNvPr>
              <p:cNvCxnSpPr>
                <a:cxnSpLocks/>
                <a:stCxn id="183" idx="1"/>
                <a:endCxn id="182" idx="3"/>
              </p:cNvCxnSpPr>
              <p:nvPr/>
            </p:nvCxnSpPr>
            <p:spPr>
              <a:xfrm flipH="1" flipV="1">
                <a:off x="4973118" y="3084972"/>
                <a:ext cx="3466153" cy="6698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769365E7-C84A-92C4-3027-C96A9462B3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4465" y="3806592"/>
                <a:ext cx="0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17" name="Rounded Rectangle 216">
                <a:extLst>
                  <a:ext uri="{FF2B5EF4-FFF2-40B4-BE49-F238E27FC236}">
                    <a16:creationId xmlns:a16="http://schemas.microsoft.com/office/drawing/2014/main" id="{E208A1F9-BD92-41C2-9B07-A20A68FD0694}"/>
                  </a:ext>
                </a:extLst>
              </p:cNvPr>
              <p:cNvSpPr/>
              <p:nvPr/>
            </p:nvSpPr>
            <p:spPr>
              <a:xfrm>
                <a:off x="7297590" y="3846788"/>
                <a:ext cx="82800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7C0FD2C-8957-80FF-70BE-0896758A69CB}"/>
                  </a:ext>
                </a:extLst>
              </p:cNvPr>
              <p:cNvCxnSpPr>
                <a:cxnSpLocks/>
                <a:stCxn id="217" idx="3"/>
                <a:endCxn id="186" idx="1"/>
              </p:cNvCxnSpPr>
              <p:nvPr/>
            </p:nvCxnSpPr>
            <p:spPr>
              <a:xfrm>
                <a:off x="7380390" y="4011442"/>
                <a:ext cx="1058881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4E9A46DA-7AF8-719D-537E-0DAA0AB78603}"/>
                  </a:ext>
                </a:extLst>
              </p:cNvPr>
              <p:cNvCxnSpPr>
                <a:cxnSpLocks/>
                <a:stCxn id="260" idx="3"/>
                <a:endCxn id="185" idx="1"/>
              </p:cNvCxnSpPr>
              <p:nvPr/>
            </p:nvCxnSpPr>
            <p:spPr>
              <a:xfrm>
                <a:off x="593022" y="4008229"/>
                <a:ext cx="5962432" cy="3213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5F92002F-12B1-4800-91FE-2095B6F48A95}"/>
                  </a:ext>
                </a:extLst>
              </p:cNvPr>
              <p:cNvCxnSpPr>
                <a:cxnSpLocks/>
                <a:stCxn id="255" idx="3"/>
                <a:endCxn id="168" idx="1"/>
              </p:cNvCxnSpPr>
              <p:nvPr/>
            </p:nvCxnSpPr>
            <p:spPr>
              <a:xfrm>
                <a:off x="595622" y="2498613"/>
                <a:ext cx="49466" cy="4439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0793F263-CB57-1AB7-36DC-18772208140E}"/>
                  </a:ext>
                </a:extLst>
              </p:cNvPr>
              <p:cNvCxnSpPr>
                <a:cxnSpLocks/>
                <a:stCxn id="185" idx="3"/>
                <a:endCxn id="217" idx="1"/>
              </p:cNvCxnSpPr>
              <p:nvPr/>
            </p:nvCxnSpPr>
            <p:spPr>
              <a:xfrm>
                <a:off x="7214070" y="4011442"/>
                <a:ext cx="83520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22" name="Rounded Rectangle 221">
                <a:extLst>
                  <a:ext uri="{FF2B5EF4-FFF2-40B4-BE49-F238E27FC236}">
                    <a16:creationId xmlns:a16="http://schemas.microsoft.com/office/drawing/2014/main" id="{059E6FF1-948E-5E35-CC74-52CC761EDFE2}"/>
                  </a:ext>
                </a:extLst>
              </p:cNvPr>
              <p:cNvSpPr/>
              <p:nvPr/>
            </p:nvSpPr>
            <p:spPr>
              <a:xfrm>
                <a:off x="7297570" y="3370277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C1CB982-83FE-CB11-BA58-E269E8929F2A}"/>
                  </a:ext>
                </a:extLst>
              </p:cNvPr>
              <p:cNvCxnSpPr>
                <a:cxnSpLocks/>
                <a:stCxn id="222" idx="3"/>
                <a:endCxn id="190" idx="1"/>
              </p:cNvCxnSpPr>
              <p:nvPr/>
            </p:nvCxnSpPr>
            <p:spPr>
              <a:xfrm>
                <a:off x="7380370" y="3534931"/>
                <a:ext cx="1054633" cy="526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7128D2DE-CC19-893A-B46A-F076ED48FDE6}"/>
                  </a:ext>
                </a:extLst>
              </p:cNvPr>
              <p:cNvCxnSpPr>
                <a:cxnSpLocks/>
                <a:stCxn id="256" idx="3"/>
                <a:endCxn id="187" idx="1"/>
              </p:cNvCxnSpPr>
              <p:nvPr/>
            </p:nvCxnSpPr>
            <p:spPr>
              <a:xfrm>
                <a:off x="593002" y="3540968"/>
                <a:ext cx="3023382" cy="0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79B15DE8-D72A-43D9-7DDA-2BB20990A7C2}"/>
                  </a:ext>
                </a:extLst>
              </p:cNvPr>
              <p:cNvCxnSpPr>
                <a:cxnSpLocks/>
                <a:stCxn id="187" idx="3"/>
                <a:endCxn id="188" idx="1"/>
              </p:cNvCxnSpPr>
              <p:nvPr/>
            </p:nvCxnSpPr>
            <p:spPr>
              <a:xfrm>
                <a:off x="4275000" y="3540968"/>
                <a:ext cx="982707" cy="5761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51434AA0-3EC3-8633-1969-D5C49AEB5D27}"/>
                  </a:ext>
                </a:extLst>
              </p:cNvPr>
              <p:cNvCxnSpPr>
                <a:cxnSpLocks/>
                <a:stCxn id="188" idx="3"/>
                <a:endCxn id="189" idx="1"/>
              </p:cNvCxnSpPr>
              <p:nvPr/>
            </p:nvCxnSpPr>
            <p:spPr>
              <a:xfrm flipV="1">
                <a:off x="5340507" y="3534931"/>
                <a:ext cx="182410" cy="11798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B50A9800-5E57-AFF4-B9E7-5730CC541997}"/>
                  </a:ext>
                </a:extLst>
              </p:cNvPr>
              <p:cNvCxnSpPr>
                <a:cxnSpLocks/>
                <a:stCxn id="222" idx="1"/>
                <a:endCxn id="189" idx="3"/>
              </p:cNvCxnSpPr>
              <p:nvPr/>
            </p:nvCxnSpPr>
            <p:spPr>
              <a:xfrm flipH="1">
                <a:off x="5605717" y="3534931"/>
                <a:ext cx="1691853" cy="0"/>
              </a:xfrm>
              <a:prstGeom prst="line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28" name="Rounded Rectangle 227">
                <a:extLst>
                  <a:ext uri="{FF2B5EF4-FFF2-40B4-BE49-F238E27FC236}">
                    <a16:creationId xmlns:a16="http://schemas.microsoft.com/office/drawing/2014/main" id="{2A376DD2-2E1A-D2E5-CDE8-86D2B27B1BAE}"/>
                  </a:ext>
                </a:extLst>
              </p:cNvPr>
              <p:cNvSpPr/>
              <p:nvPr/>
            </p:nvSpPr>
            <p:spPr>
              <a:xfrm>
                <a:off x="5522937" y="4284005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8FCC9E51-065B-D14A-2640-2233F41F035E}"/>
                  </a:ext>
                </a:extLst>
              </p:cNvPr>
              <p:cNvSpPr/>
              <p:nvPr/>
            </p:nvSpPr>
            <p:spPr>
              <a:xfrm>
                <a:off x="7297590" y="4288769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ounded Rectangle 229">
                <a:extLst>
                  <a:ext uri="{FF2B5EF4-FFF2-40B4-BE49-F238E27FC236}">
                    <a16:creationId xmlns:a16="http://schemas.microsoft.com/office/drawing/2014/main" id="{E944B91F-D044-414D-1AB6-E0E82643318B}"/>
                  </a:ext>
                </a:extLst>
              </p:cNvPr>
              <p:cNvSpPr/>
              <p:nvPr/>
            </p:nvSpPr>
            <p:spPr>
              <a:xfrm>
                <a:off x="8237256" y="4281987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C3A5B3A8-89E6-E978-2123-488FEC56951D}"/>
                  </a:ext>
                </a:extLst>
              </p:cNvPr>
              <p:cNvCxnSpPr>
                <a:cxnSpLocks/>
                <a:stCxn id="230" idx="1"/>
                <a:endCxn id="229" idx="3"/>
              </p:cNvCxnSpPr>
              <p:nvPr/>
            </p:nvCxnSpPr>
            <p:spPr>
              <a:xfrm flipH="1">
                <a:off x="7380390" y="4446641"/>
                <a:ext cx="856866" cy="6782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5A6921F0-459D-E795-8352-AF2F2C30B296}"/>
                  </a:ext>
                </a:extLst>
              </p:cNvPr>
              <p:cNvCxnSpPr>
                <a:cxnSpLocks/>
                <a:stCxn id="194" idx="1"/>
                <a:endCxn id="230" idx="3"/>
              </p:cNvCxnSpPr>
              <p:nvPr/>
            </p:nvCxnSpPr>
            <p:spPr>
              <a:xfrm flipH="1" flipV="1">
                <a:off x="8320056" y="4446641"/>
                <a:ext cx="114967" cy="2879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3620DD20-5CAE-2C3F-DFD4-DC4785E3BD37}"/>
                  </a:ext>
                </a:extLst>
              </p:cNvPr>
              <p:cNvCxnSpPr>
                <a:cxnSpLocks/>
                <a:stCxn id="191" idx="3"/>
                <a:endCxn id="192" idx="1"/>
              </p:cNvCxnSpPr>
              <p:nvPr/>
            </p:nvCxnSpPr>
            <p:spPr>
              <a:xfrm>
                <a:off x="5111619" y="4448659"/>
                <a:ext cx="146825" cy="86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70826B25-BFB9-1209-26BB-7EB3246783AD}"/>
                  </a:ext>
                </a:extLst>
              </p:cNvPr>
              <p:cNvCxnSpPr>
                <a:cxnSpLocks/>
                <a:stCxn id="257" idx="3"/>
                <a:endCxn id="191" idx="1"/>
              </p:cNvCxnSpPr>
              <p:nvPr/>
            </p:nvCxnSpPr>
            <p:spPr>
              <a:xfrm flipV="1">
                <a:off x="593022" y="4448659"/>
                <a:ext cx="3859981" cy="15508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705EB1BC-CC0B-7B15-ECD2-C0BE57117591}"/>
                  </a:ext>
                </a:extLst>
              </p:cNvPr>
              <p:cNvCxnSpPr>
                <a:cxnSpLocks/>
                <a:stCxn id="228" idx="1"/>
                <a:endCxn id="192" idx="3"/>
              </p:cNvCxnSpPr>
              <p:nvPr/>
            </p:nvCxnSpPr>
            <p:spPr>
              <a:xfrm flipH="1">
                <a:off x="5341244" y="4448659"/>
                <a:ext cx="181693" cy="86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A75E6F69-9FDB-127E-8F00-F9DC684764BE}"/>
                  </a:ext>
                </a:extLst>
              </p:cNvPr>
              <p:cNvCxnSpPr>
                <a:cxnSpLocks/>
                <a:stCxn id="228" idx="3"/>
                <a:endCxn id="193" idx="1"/>
              </p:cNvCxnSpPr>
              <p:nvPr/>
            </p:nvCxnSpPr>
            <p:spPr>
              <a:xfrm>
                <a:off x="5605737" y="4448659"/>
                <a:ext cx="112988" cy="861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DB17C5D6-3CE2-069D-AECB-4329D44780ED}"/>
                  </a:ext>
                </a:extLst>
              </p:cNvPr>
              <p:cNvCxnSpPr>
                <a:cxnSpLocks/>
                <a:stCxn id="193" idx="3"/>
                <a:endCxn id="195" idx="1"/>
              </p:cNvCxnSpPr>
              <p:nvPr/>
            </p:nvCxnSpPr>
            <p:spPr>
              <a:xfrm>
                <a:off x="6377341" y="4449520"/>
                <a:ext cx="65845" cy="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3CED7241-0C4B-56EF-BE84-3A546F8F5091}"/>
                  </a:ext>
                </a:extLst>
              </p:cNvPr>
              <p:cNvCxnSpPr>
                <a:cxnSpLocks/>
                <a:stCxn id="195" idx="3"/>
                <a:endCxn id="229" idx="1"/>
              </p:cNvCxnSpPr>
              <p:nvPr/>
            </p:nvCxnSpPr>
            <p:spPr>
              <a:xfrm>
                <a:off x="7101802" y="4449520"/>
                <a:ext cx="195788" cy="3903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9" name="Rounded Rectangle 238">
                <a:extLst>
                  <a:ext uri="{FF2B5EF4-FFF2-40B4-BE49-F238E27FC236}">
                    <a16:creationId xmlns:a16="http://schemas.microsoft.com/office/drawing/2014/main" id="{8EB1C7A9-F11D-3C34-8375-32A772CAF6DD}"/>
                  </a:ext>
                </a:extLst>
              </p:cNvPr>
              <p:cNvSpPr/>
              <p:nvPr/>
            </p:nvSpPr>
            <p:spPr>
              <a:xfrm>
                <a:off x="7297590" y="4751082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Rounded Rectangle 239">
                <a:extLst>
                  <a:ext uri="{FF2B5EF4-FFF2-40B4-BE49-F238E27FC236}">
                    <a16:creationId xmlns:a16="http://schemas.microsoft.com/office/drawing/2014/main" id="{4869E2FB-B244-FFD4-A483-D89EF5DA5476}"/>
                  </a:ext>
                </a:extLst>
              </p:cNvPr>
              <p:cNvSpPr/>
              <p:nvPr/>
            </p:nvSpPr>
            <p:spPr>
              <a:xfrm>
                <a:off x="4992074" y="4755191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Rounded Rectangle 240">
                <a:extLst>
                  <a:ext uri="{FF2B5EF4-FFF2-40B4-BE49-F238E27FC236}">
                    <a16:creationId xmlns:a16="http://schemas.microsoft.com/office/drawing/2014/main" id="{D6C42BE1-B08E-F6F4-4257-E5DC5F28E6DD}"/>
                  </a:ext>
                </a:extLst>
              </p:cNvPr>
              <p:cNvSpPr/>
              <p:nvPr/>
            </p:nvSpPr>
            <p:spPr>
              <a:xfrm>
                <a:off x="8238167" y="4751154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Rounded Rectangle 241">
                <a:extLst>
                  <a:ext uri="{FF2B5EF4-FFF2-40B4-BE49-F238E27FC236}">
                    <a16:creationId xmlns:a16="http://schemas.microsoft.com/office/drawing/2014/main" id="{19D8DF9E-D3D6-D563-E4C2-7922A9F0B174}"/>
                  </a:ext>
                </a:extLst>
              </p:cNvPr>
              <p:cNvSpPr/>
              <p:nvPr/>
            </p:nvSpPr>
            <p:spPr>
              <a:xfrm>
                <a:off x="5259919" y="4750812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Rounded Rectangle 242">
                <a:extLst>
                  <a:ext uri="{FF2B5EF4-FFF2-40B4-BE49-F238E27FC236}">
                    <a16:creationId xmlns:a16="http://schemas.microsoft.com/office/drawing/2014/main" id="{2A0E2402-38CC-C646-6949-D6195A4DFEA4}"/>
                  </a:ext>
                </a:extLst>
              </p:cNvPr>
              <p:cNvSpPr/>
              <p:nvPr/>
            </p:nvSpPr>
            <p:spPr>
              <a:xfrm>
                <a:off x="7491337" y="4751154"/>
                <a:ext cx="658616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>
                    <a:solidFill>
                      <a:schemeClr val="tx1"/>
                    </a:solidFill>
                  </a:rPr>
                  <a:t>Top predator reduction</a:t>
                </a:r>
              </a:p>
            </p:txBody>
          </p:sp>
          <p:sp>
            <p:nvSpPr>
              <p:cNvPr id="244" name="Rounded Rectangle 243">
                <a:extLst>
                  <a:ext uri="{FF2B5EF4-FFF2-40B4-BE49-F238E27FC236}">
                    <a16:creationId xmlns:a16="http://schemas.microsoft.com/office/drawing/2014/main" id="{DCF4484C-9914-71C0-343D-83603F4A9425}"/>
                  </a:ext>
                </a:extLst>
              </p:cNvPr>
              <p:cNvSpPr/>
              <p:nvPr/>
            </p:nvSpPr>
            <p:spPr>
              <a:xfrm>
                <a:off x="5522318" y="4744190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ABB423D9-264A-6308-475A-DC5A7775D5E4}"/>
                  </a:ext>
                </a:extLst>
              </p:cNvPr>
              <p:cNvCxnSpPr>
                <a:cxnSpLocks/>
                <a:stCxn id="240" idx="3"/>
                <a:endCxn id="242" idx="1"/>
              </p:cNvCxnSpPr>
              <p:nvPr/>
            </p:nvCxnSpPr>
            <p:spPr>
              <a:xfrm flipV="1">
                <a:off x="5074874" y="4915466"/>
                <a:ext cx="185045" cy="4379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5E27DEA1-3F49-E2F1-0ED8-4E181865CA01}"/>
                  </a:ext>
                </a:extLst>
              </p:cNvPr>
              <p:cNvCxnSpPr>
                <a:cxnSpLocks/>
                <a:stCxn id="242" idx="3"/>
                <a:endCxn id="244" idx="1"/>
              </p:cNvCxnSpPr>
              <p:nvPr/>
            </p:nvCxnSpPr>
            <p:spPr>
              <a:xfrm flipV="1">
                <a:off x="5342719" y="4908844"/>
                <a:ext cx="179599" cy="662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B3A3BE3A-C6C3-C4F0-EC85-D9002C901CFC}"/>
                  </a:ext>
                </a:extLst>
              </p:cNvPr>
              <p:cNvCxnSpPr>
                <a:cxnSpLocks/>
                <a:stCxn id="244" idx="3"/>
                <a:endCxn id="239" idx="1"/>
              </p:cNvCxnSpPr>
              <p:nvPr/>
            </p:nvCxnSpPr>
            <p:spPr>
              <a:xfrm>
                <a:off x="5605118" y="4908844"/>
                <a:ext cx="1692472" cy="689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6389DD7-CA1A-8256-37CF-1A25B47DF69B}"/>
                  </a:ext>
                </a:extLst>
              </p:cNvPr>
              <p:cNvCxnSpPr>
                <a:cxnSpLocks/>
                <a:stCxn id="239" idx="3"/>
                <a:endCxn id="243" idx="1"/>
              </p:cNvCxnSpPr>
              <p:nvPr/>
            </p:nvCxnSpPr>
            <p:spPr>
              <a:xfrm>
                <a:off x="7380390" y="4915736"/>
                <a:ext cx="110947" cy="7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96A409A-054E-3EA1-6123-7B97700B8468}"/>
                  </a:ext>
                </a:extLst>
              </p:cNvPr>
              <p:cNvCxnSpPr>
                <a:cxnSpLocks/>
                <a:stCxn id="241" idx="1"/>
                <a:endCxn id="243" idx="3"/>
              </p:cNvCxnSpPr>
              <p:nvPr/>
            </p:nvCxnSpPr>
            <p:spPr>
              <a:xfrm flipH="1">
                <a:off x="8149953" y="4915808"/>
                <a:ext cx="88214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1195A951-76D0-8DAA-7AFA-69751A77C875}"/>
                  </a:ext>
                </a:extLst>
              </p:cNvPr>
              <p:cNvCxnSpPr>
                <a:cxnSpLocks/>
                <a:stCxn id="196" idx="1"/>
                <a:endCxn id="241" idx="3"/>
              </p:cNvCxnSpPr>
              <p:nvPr/>
            </p:nvCxnSpPr>
            <p:spPr>
              <a:xfrm flipH="1">
                <a:off x="8320967" y="4915808"/>
                <a:ext cx="114057" cy="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289C8E38-30AF-D004-38FA-EF6C73482EA8}"/>
                  </a:ext>
                </a:extLst>
              </p:cNvPr>
              <p:cNvSpPr/>
              <p:nvPr/>
            </p:nvSpPr>
            <p:spPr>
              <a:xfrm>
                <a:off x="7297590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BE63555F-F148-7BBE-E826-5554F62445B6}"/>
                  </a:ext>
                </a:extLst>
              </p:cNvPr>
              <p:cNvCxnSpPr>
                <a:cxnSpLocks/>
                <a:stCxn id="251" idx="3"/>
                <a:endCxn id="199" idx="1"/>
              </p:cNvCxnSpPr>
              <p:nvPr/>
            </p:nvCxnSpPr>
            <p:spPr>
              <a:xfrm>
                <a:off x="7380390" y="5348847"/>
                <a:ext cx="1054634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FE970F15-DD1C-4676-3255-EE7CAE1FD00B}"/>
                  </a:ext>
                </a:extLst>
              </p:cNvPr>
              <p:cNvCxnSpPr>
                <a:cxnSpLocks/>
                <a:stCxn id="198" idx="3"/>
                <a:endCxn id="251" idx="1"/>
              </p:cNvCxnSpPr>
              <p:nvPr/>
            </p:nvCxnSpPr>
            <p:spPr>
              <a:xfrm>
                <a:off x="2511800" y="5348847"/>
                <a:ext cx="4785790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497FE612-AD36-63EE-8A0D-64BA7DC3F71E}"/>
                  </a:ext>
                </a:extLst>
              </p:cNvPr>
              <p:cNvCxnSpPr>
                <a:cxnSpLocks/>
                <a:stCxn id="197" idx="3"/>
                <a:endCxn id="198" idx="1"/>
              </p:cNvCxnSpPr>
              <p:nvPr/>
            </p:nvCxnSpPr>
            <p:spPr>
              <a:xfrm>
                <a:off x="2240341" y="5348847"/>
                <a:ext cx="188659" cy="0"/>
              </a:xfrm>
              <a:prstGeom prst="line">
                <a:avLst/>
              </a:prstGeom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55" name="Rounded Rectangle 254">
                <a:extLst>
                  <a:ext uri="{FF2B5EF4-FFF2-40B4-BE49-F238E27FC236}">
                    <a16:creationId xmlns:a16="http://schemas.microsoft.com/office/drawing/2014/main" id="{53E41F76-B29F-C35E-7B09-E7BCE44A12B6}"/>
                  </a:ext>
                </a:extLst>
              </p:cNvPr>
              <p:cNvSpPr/>
              <p:nvPr/>
            </p:nvSpPr>
            <p:spPr>
              <a:xfrm>
                <a:off x="511089" y="2333959"/>
                <a:ext cx="84533" cy="329308"/>
              </a:xfrm>
              <a:prstGeom prst="round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Rounded Rectangle 255">
                <a:extLst>
                  <a:ext uri="{FF2B5EF4-FFF2-40B4-BE49-F238E27FC236}">
                    <a16:creationId xmlns:a16="http://schemas.microsoft.com/office/drawing/2014/main" id="{6A68CF25-B3C0-0293-661E-15692CA0998F}"/>
                  </a:ext>
                </a:extLst>
              </p:cNvPr>
              <p:cNvSpPr/>
              <p:nvPr/>
            </p:nvSpPr>
            <p:spPr>
              <a:xfrm>
                <a:off x="510202" y="3376314"/>
                <a:ext cx="82800" cy="329308"/>
              </a:xfrm>
              <a:prstGeom prst="round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Rounded Rectangle 256">
                <a:extLst>
                  <a:ext uri="{FF2B5EF4-FFF2-40B4-BE49-F238E27FC236}">
                    <a16:creationId xmlns:a16="http://schemas.microsoft.com/office/drawing/2014/main" id="{1EA6F9FA-E866-118C-1785-CF629149B71E}"/>
                  </a:ext>
                </a:extLst>
              </p:cNvPr>
              <p:cNvSpPr/>
              <p:nvPr/>
            </p:nvSpPr>
            <p:spPr>
              <a:xfrm>
                <a:off x="510222" y="4299513"/>
                <a:ext cx="82800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Rounded Rectangle 257">
                <a:extLst>
                  <a:ext uri="{FF2B5EF4-FFF2-40B4-BE49-F238E27FC236}">
                    <a16:creationId xmlns:a16="http://schemas.microsoft.com/office/drawing/2014/main" id="{36DE7C1F-E24C-4FAB-AEC4-C5FFBEB401D6}"/>
                  </a:ext>
                </a:extLst>
              </p:cNvPr>
              <p:cNvSpPr/>
              <p:nvPr/>
            </p:nvSpPr>
            <p:spPr>
              <a:xfrm>
                <a:off x="510222" y="4755191"/>
                <a:ext cx="82800" cy="329308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Rounded Rectangle 258">
                <a:extLst>
                  <a:ext uri="{FF2B5EF4-FFF2-40B4-BE49-F238E27FC236}">
                    <a16:creationId xmlns:a16="http://schemas.microsoft.com/office/drawing/2014/main" id="{177AF858-84AC-E547-83BB-910E0C87441C}"/>
                  </a:ext>
                </a:extLst>
              </p:cNvPr>
              <p:cNvSpPr/>
              <p:nvPr/>
            </p:nvSpPr>
            <p:spPr>
              <a:xfrm>
                <a:off x="510363" y="5184193"/>
                <a:ext cx="82800" cy="329308"/>
              </a:xfrm>
              <a:prstGeom prst="roundRect">
                <a:avLst/>
              </a:prstGeom>
              <a:solidFill>
                <a:srgbClr val="FF7E79"/>
              </a:solidFill>
              <a:ln>
                <a:solidFill>
                  <a:srgbClr val="FF8AD8"/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ounded Rectangle 259">
                <a:extLst>
                  <a:ext uri="{FF2B5EF4-FFF2-40B4-BE49-F238E27FC236}">
                    <a16:creationId xmlns:a16="http://schemas.microsoft.com/office/drawing/2014/main" id="{EA172389-2DDB-AE27-5D04-74F7B15EC6ED}"/>
                  </a:ext>
                </a:extLst>
              </p:cNvPr>
              <p:cNvSpPr/>
              <p:nvPr/>
            </p:nvSpPr>
            <p:spPr>
              <a:xfrm>
                <a:off x="510222" y="3843575"/>
                <a:ext cx="82800" cy="3293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7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88049C45-9B3F-BB6D-0B8E-9B090712D609}"/>
                  </a:ext>
                </a:extLst>
              </p:cNvPr>
              <p:cNvCxnSpPr>
                <a:cxnSpLocks/>
                <a:stCxn id="170" idx="2"/>
                <a:endCxn id="178" idx="0"/>
              </p:cNvCxnSpPr>
              <p:nvPr/>
            </p:nvCxnSpPr>
            <p:spPr>
              <a:xfrm flipH="1">
                <a:off x="1386992" y="2662668"/>
                <a:ext cx="540" cy="25937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9758EC65-4F9D-9F59-8BD2-DC1A83C1B9EB}"/>
                  </a:ext>
                </a:extLst>
              </p:cNvPr>
              <p:cNvCxnSpPr>
                <a:cxnSpLocks/>
                <a:stCxn id="188" idx="0"/>
                <a:endCxn id="174" idx="2"/>
              </p:cNvCxnSpPr>
              <p:nvPr/>
            </p:nvCxnSpPr>
            <p:spPr>
              <a:xfrm flipV="1">
                <a:off x="5299107" y="2664443"/>
                <a:ext cx="690" cy="71763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C6B00F60-731B-46BD-D300-F83BDFC5C95D}"/>
                  </a:ext>
                </a:extLst>
              </p:cNvPr>
              <p:cNvCxnSpPr>
                <a:cxnSpLocks/>
                <a:stCxn id="188" idx="2"/>
                <a:endCxn id="192" idx="0"/>
              </p:cNvCxnSpPr>
              <p:nvPr/>
            </p:nvCxnSpPr>
            <p:spPr>
              <a:xfrm>
                <a:off x="5299107" y="3711383"/>
                <a:ext cx="737" cy="57348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31821859-2EF1-B19A-D32C-27104B7C8BDB}"/>
                  </a:ext>
                </a:extLst>
              </p:cNvPr>
              <p:cNvCxnSpPr>
                <a:cxnSpLocks/>
                <a:stCxn id="192" idx="2"/>
                <a:endCxn id="242" idx="0"/>
              </p:cNvCxnSpPr>
              <p:nvPr/>
            </p:nvCxnSpPr>
            <p:spPr>
              <a:xfrm>
                <a:off x="5299844" y="4614174"/>
                <a:ext cx="1475" cy="13663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2CAB9B31-B75B-FA24-515A-CBC34B833FE6}"/>
                  </a:ext>
                </a:extLst>
              </p:cNvPr>
              <p:cNvCxnSpPr>
                <a:cxnSpLocks/>
                <a:stCxn id="228" idx="2"/>
                <a:endCxn id="244" idx="0"/>
              </p:cNvCxnSpPr>
              <p:nvPr/>
            </p:nvCxnSpPr>
            <p:spPr>
              <a:xfrm flipH="1">
                <a:off x="5563718" y="4613313"/>
                <a:ext cx="619" cy="130877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1735AE61-ABBA-B2D5-4094-2A4023F6A1CD}"/>
                  </a:ext>
                </a:extLst>
              </p:cNvPr>
              <p:cNvCxnSpPr>
                <a:cxnSpLocks/>
                <a:stCxn id="189" idx="2"/>
                <a:endCxn id="228" idx="0"/>
              </p:cNvCxnSpPr>
              <p:nvPr/>
            </p:nvCxnSpPr>
            <p:spPr>
              <a:xfrm>
                <a:off x="5564317" y="3699585"/>
                <a:ext cx="20" cy="58442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AD6B89B-74AB-500C-FCEC-A364259F5739}"/>
                  </a:ext>
                </a:extLst>
              </p:cNvPr>
              <p:cNvCxnSpPr>
                <a:cxnSpLocks/>
                <a:stCxn id="222" idx="2"/>
                <a:endCxn id="217" idx="0"/>
              </p:cNvCxnSpPr>
              <p:nvPr/>
            </p:nvCxnSpPr>
            <p:spPr>
              <a:xfrm>
                <a:off x="7338970" y="3699585"/>
                <a:ext cx="20" cy="14720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FE14159E-661A-7095-AF25-930433379B14}"/>
                  </a:ext>
                </a:extLst>
              </p:cNvPr>
              <p:cNvCxnSpPr>
                <a:cxnSpLocks/>
                <a:stCxn id="175" idx="2"/>
                <a:endCxn id="222" idx="0"/>
              </p:cNvCxnSpPr>
              <p:nvPr/>
            </p:nvCxnSpPr>
            <p:spPr>
              <a:xfrm flipH="1">
                <a:off x="7338970" y="2662668"/>
                <a:ext cx="20" cy="70760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18C5489D-D1A4-AEAF-E34E-E4BA5E468E13}"/>
                  </a:ext>
                </a:extLst>
              </p:cNvPr>
              <p:cNvCxnSpPr>
                <a:cxnSpLocks/>
                <a:stCxn id="217" idx="2"/>
                <a:endCxn id="229" idx="0"/>
              </p:cNvCxnSpPr>
              <p:nvPr/>
            </p:nvCxnSpPr>
            <p:spPr>
              <a:xfrm>
                <a:off x="7338990" y="4176096"/>
                <a:ext cx="0" cy="11267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C614AD50-73A4-1D99-E3E5-D6F3AEAF009D}"/>
                  </a:ext>
                </a:extLst>
              </p:cNvPr>
              <p:cNvCxnSpPr>
                <a:cxnSpLocks/>
                <a:stCxn id="229" idx="2"/>
                <a:endCxn id="239" idx="0"/>
              </p:cNvCxnSpPr>
              <p:nvPr/>
            </p:nvCxnSpPr>
            <p:spPr>
              <a:xfrm>
                <a:off x="7338990" y="4618077"/>
                <a:ext cx="0" cy="13300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B2794A61-1369-B825-8D27-8166E1805739}"/>
                  </a:ext>
                </a:extLst>
              </p:cNvPr>
              <p:cNvCxnSpPr>
                <a:cxnSpLocks/>
                <a:stCxn id="239" idx="2"/>
                <a:endCxn id="251" idx="0"/>
              </p:cNvCxnSpPr>
              <p:nvPr/>
            </p:nvCxnSpPr>
            <p:spPr>
              <a:xfrm>
                <a:off x="7338990" y="5080390"/>
                <a:ext cx="0" cy="10380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C19E73D6-FAC0-7E8B-23FC-3F3394E37AF9}"/>
                  </a:ext>
                </a:extLst>
              </p:cNvPr>
              <p:cNvCxnSpPr>
                <a:cxnSpLocks/>
                <a:stCxn id="230" idx="2"/>
                <a:endCxn id="241" idx="0"/>
              </p:cNvCxnSpPr>
              <p:nvPr/>
            </p:nvCxnSpPr>
            <p:spPr>
              <a:xfrm>
                <a:off x="8278656" y="4611295"/>
                <a:ext cx="911" cy="13985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D5070E0-5E19-76E9-D8AA-4664212F09A0}"/>
                  </a:ext>
                </a:extLst>
              </p:cNvPr>
              <p:cNvCxnSpPr>
                <a:cxnSpLocks/>
                <a:stCxn id="184" idx="2"/>
                <a:endCxn id="198" idx="0"/>
              </p:cNvCxnSpPr>
              <p:nvPr/>
            </p:nvCxnSpPr>
            <p:spPr>
              <a:xfrm>
                <a:off x="2467303" y="3252466"/>
                <a:ext cx="3097" cy="1931727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061A05F6-C1C8-CC05-57A6-DF21B1725D23}"/>
                  </a:ext>
                </a:extLst>
              </p:cNvPr>
              <p:cNvCxnSpPr>
                <a:cxnSpLocks/>
                <a:stCxn id="179" idx="2"/>
                <a:endCxn id="197" idx="0"/>
              </p:cNvCxnSpPr>
              <p:nvPr/>
            </p:nvCxnSpPr>
            <p:spPr>
              <a:xfrm flipH="1">
                <a:off x="2198941" y="3251351"/>
                <a:ext cx="4248" cy="193284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2798F0B0-A9A5-3527-DC18-FBBDD675F076}"/>
                  </a:ext>
                </a:extLst>
              </p:cNvPr>
              <p:cNvCxnSpPr>
                <a:cxnSpLocks/>
                <a:stCxn id="255" idx="2"/>
                <a:endCxn id="167" idx="0"/>
              </p:cNvCxnSpPr>
              <p:nvPr/>
            </p:nvCxnSpPr>
            <p:spPr>
              <a:xfrm flipH="1">
                <a:off x="551622" y="2663267"/>
                <a:ext cx="1734" cy="26374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65AF5940-8976-6434-31F6-11CAE5CAEA9F}"/>
                  </a:ext>
                </a:extLst>
              </p:cNvPr>
              <p:cNvCxnSpPr>
                <a:cxnSpLocks/>
                <a:stCxn id="260" idx="0"/>
                <a:endCxn id="256" idx="2"/>
              </p:cNvCxnSpPr>
              <p:nvPr/>
            </p:nvCxnSpPr>
            <p:spPr>
              <a:xfrm flipH="1" flipV="1">
                <a:off x="551602" y="3705622"/>
                <a:ext cx="20" cy="13795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A3D94273-410D-CA36-094C-CA5EF6FEEF32}"/>
                  </a:ext>
                </a:extLst>
              </p:cNvPr>
              <p:cNvCxnSpPr>
                <a:cxnSpLocks/>
                <a:stCxn id="256" idx="0"/>
                <a:endCxn id="167" idx="2"/>
              </p:cNvCxnSpPr>
              <p:nvPr/>
            </p:nvCxnSpPr>
            <p:spPr>
              <a:xfrm flipV="1">
                <a:off x="551602" y="3256324"/>
                <a:ext cx="20" cy="11999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3E26E082-D4A9-9A76-A5DE-8DE8A5BA2E9C}"/>
                  </a:ext>
                </a:extLst>
              </p:cNvPr>
              <p:cNvCxnSpPr>
                <a:cxnSpLocks/>
                <a:stCxn id="260" idx="2"/>
                <a:endCxn id="257" idx="0"/>
              </p:cNvCxnSpPr>
              <p:nvPr/>
            </p:nvCxnSpPr>
            <p:spPr>
              <a:xfrm>
                <a:off x="551622" y="4172883"/>
                <a:ext cx="0" cy="12663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AAB79E46-6D68-773F-227D-1998BB9EE05C}"/>
                  </a:ext>
                </a:extLst>
              </p:cNvPr>
              <p:cNvCxnSpPr>
                <a:cxnSpLocks/>
                <a:stCxn id="257" idx="2"/>
                <a:endCxn id="258" idx="0"/>
              </p:cNvCxnSpPr>
              <p:nvPr/>
            </p:nvCxnSpPr>
            <p:spPr>
              <a:xfrm>
                <a:off x="551622" y="4628821"/>
                <a:ext cx="0" cy="1263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697ACCAA-A8EB-4663-B200-563EE5DB65D8}"/>
                  </a:ext>
                </a:extLst>
              </p:cNvPr>
              <p:cNvCxnSpPr>
                <a:cxnSpLocks/>
                <a:stCxn id="258" idx="2"/>
                <a:endCxn id="259" idx="0"/>
              </p:cNvCxnSpPr>
              <p:nvPr/>
            </p:nvCxnSpPr>
            <p:spPr>
              <a:xfrm>
                <a:off x="551622" y="5084499"/>
                <a:ext cx="141" cy="9969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9743F474-C0AA-DD31-55AF-3E761B770AEE}"/>
                  </a:ext>
                </a:extLst>
              </p:cNvPr>
              <p:cNvCxnSpPr>
                <a:cxnSpLocks/>
                <a:stCxn id="172" idx="2"/>
                <a:endCxn id="180" idx="0"/>
              </p:cNvCxnSpPr>
              <p:nvPr/>
            </p:nvCxnSpPr>
            <p:spPr>
              <a:xfrm>
                <a:off x="3400868" y="2663513"/>
                <a:ext cx="0" cy="25964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31D9465-9F25-2E6F-2BF0-563715CB9EAA}"/>
                  </a:ext>
                </a:extLst>
              </p:cNvPr>
              <p:cNvSpPr txBox="1"/>
              <p:nvPr/>
            </p:nvSpPr>
            <p:spPr>
              <a:xfrm rot="16200000">
                <a:off x="355343" y="1857654"/>
                <a:ext cx="393816" cy="238363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GES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3AEF2D36-19AB-7327-534F-30C68A2A7DBC}"/>
                  </a:ext>
                </a:extLst>
              </p:cNvPr>
              <p:cNvSpPr txBox="1"/>
              <p:nvPr/>
            </p:nvSpPr>
            <p:spPr>
              <a:xfrm rot="16200000">
                <a:off x="1167216" y="1841987"/>
                <a:ext cx="440632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EBFM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7360DCF7-6C64-9EFD-8947-77A2FB9C0569}"/>
                  </a:ext>
                </a:extLst>
              </p:cNvPr>
              <p:cNvSpPr txBox="1"/>
              <p:nvPr/>
            </p:nvSpPr>
            <p:spPr>
              <a:xfrm rot="16200000">
                <a:off x="1493554" y="1352226"/>
                <a:ext cx="141975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Environmentally  friendly gear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1C195B5-8ECC-FDAC-E9B0-9F100146E653}"/>
                  </a:ext>
                </a:extLst>
              </p:cNvPr>
              <p:cNvSpPr txBox="1"/>
              <p:nvPr/>
            </p:nvSpPr>
            <p:spPr>
              <a:xfrm rot="16200000">
                <a:off x="2109194" y="1696254"/>
                <a:ext cx="716219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Ban trawling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CF2681A-44E6-7FB6-883F-46A8BD65DE73}"/>
                  </a:ext>
                </a:extLst>
              </p:cNvPr>
              <p:cNvSpPr txBox="1"/>
              <p:nvPr/>
            </p:nvSpPr>
            <p:spPr>
              <a:xfrm rot="16200000">
                <a:off x="3072336" y="1726771"/>
                <a:ext cx="655186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Re-training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EE4E2E71-1696-C2E8-E98A-061404A7B271}"/>
                  </a:ext>
                </a:extLst>
              </p:cNvPr>
              <p:cNvSpPr txBox="1"/>
              <p:nvPr/>
            </p:nvSpPr>
            <p:spPr>
              <a:xfrm rot="16200000">
                <a:off x="4488989" y="1507200"/>
                <a:ext cx="108694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Alternative marketing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168EC34C-F306-4831-1FEC-956258AFB08D}"/>
                  </a:ext>
                </a:extLst>
              </p:cNvPr>
              <p:cNvSpPr txBox="1"/>
              <p:nvPr/>
            </p:nvSpPr>
            <p:spPr>
              <a:xfrm rot="16200000">
                <a:off x="4874121" y="1633644"/>
                <a:ext cx="850012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Reduce vessels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9428A8ED-5B1C-A9F2-C809-215D31153115}"/>
                  </a:ext>
                </a:extLst>
              </p:cNvPr>
              <p:cNvSpPr txBox="1"/>
              <p:nvPr/>
            </p:nvSpPr>
            <p:spPr>
              <a:xfrm rot="16200000">
                <a:off x="5004526" y="1490860"/>
                <a:ext cx="1119623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Coastal infrastructure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5E6FD554-B0E3-68E1-F34B-EE88BC12FB59}"/>
                  </a:ext>
                </a:extLst>
              </p:cNvPr>
              <p:cNvSpPr txBox="1"/>
              <p:nvPr/>
            </p:nvSpPr>
            <p:spPr>
              <a:xfrm rot="16200000">
                <a:off x="6738363" y="1454219"/>
                <a:ext cx="1201256" cy="229850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Non-invasive monitoring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3B0BE276-14F6-42B3-4C9F-A534EEC10124}"/>
                  </a:ext>
                </a:extLst>
              </p:cNvPr>
              <p:cNvSpPr txBox="1"/>
              <p:nvPr/>
            </p:nvSpPr>
            <p:spPr>
              <a:xfrm rot="16200000">
                <a:off x="7960960" y="1726701"/>
                <a:ext cx="635392" cy="238363"/>
              </a:xfrm>
              <a:prstGeom prst="round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750" dirty="0"/>
                  <a:t>Subsidies</a:t>
                </a:r>
              </a:p>
            </p:txBody>
          </p:sp>
          <p:sp>
            <p:nvSpPr>
              <p:cNvPr id="292" name="Triangle 291">
                <a:extLst>
                  <a:ext uri="{FF2B5EF4-FFF2-40B4-BE49-F238E27FC236}">
                    <a16:creationId xmlns:a16="http://schemas.microsoft.com/office/drawing/2014/main" id="{FC610ED2-DA55-BA3E-9B7F-7D6FED989932}"/>
                  </a:ext>
                </a:extLst>
              </p:cNvPr>
              <p:cNvSpPr/>
              <p:nvPr/>
            </p:nvSpPr>
            <p:spPr>
              <a:xfrm rot="5400000">
                <a:off x="4754678" y="1550738"/>
                <a:ext cx="167825" cy="8681701"/>
              </a:xfrm>
              <a:prstGeom prst="triangle">
                <a:avLst>
                  <a:gd name="adj" fmla="val 5265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CAD50DCE-DD4A-C06F-B1CD-B2945BAD0780}"/>
                  </a:ext>
                </a:extLst>
              </p:cNvPr>
              <p:cNvSpPr txBox="1"/>
              <p:nvPr/>
            </p:nvSpPr>
            <p:spPr>
              <a:xfrm>
                <a:off x="447981" y="5785660"/>
                <a:ext cx="763351" cy="223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50" dirty="0"/>
                  <a:t>Ability score</a:t>
                </a:r>
              </a:p>
            </p:txBody>
          </p:sp>
          <p:sp>
            <p:nvSpPr>
              <p:cNvPr id="295" name="Triangle 294">
                <a:extLst>
                  <a:ext uri="{FF2B5EF4-FFF2-40B4-BE49-F238E27FC236}">
                    <a16:creationId xmlns:a16="http://schemas.microsoft.com/office/drawing/2014/main" id="{9CDBD185-A437-415D-B0F8-E32AEC887FDA}"/>
                  </a:ext>
                </a:extLst>
              </p:cNvPr>
              <p:cNvSpPr/>
              <p:nvPr/>
            </p:nvSpPr>
            <p:spPr>
              <a:xfrm rot="10800000">
                <a:off x="9395777" y="2349188"/>
                <a:ext cx="253408" cy="1350397"/>
              </a:xfrm>
              <a:prstGeom prst="triangle">
                <a:avLst>
                  <a:gd name="adj" fmla="val 5265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5E397F78-747E-DD62-B8E1-6D29B801E57D}"/>
                  </a:ext>
                </a:extLst>
              </p:cNvPr>
              <p:cNvSpPr txBox="1"/>
              <p:nvPr/>
            </p:nvSpPr>
            <p:spPr>
              <a:xfrm>
                <a:off x="9318484" y="4804239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81D73B48-5B6A-92CE-2667-E35566DD62B8}"/>
                  </a:ext>
                </a:extLst>
              </p:cNvPr>
              <p:cNvSpPr txBox="1"/>
              <p:nvPr/>
            </p:nvSpPr>
            <p:spPr>
              <a:xfrm>
                <a:off x="9318484" y="5237278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196AE731-1E01-8D56-EDF4-1365D20DA1FE}"/>
                  </a:ext>
                </a:extLst>
              </p:cNvPr>
              <p:cNvSpPr txBox="1"/>
              <p:nvPr/>
            </p:nvSpPr>
            <p:spPr>
              <a:xfrm>
                <a:off x="9320036" y="4337090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ACB59B02-2A0A-A8F1-7285-8A2D703352A7}"/>
                  </a:ext>
                </a:extLst>
              </p:cNvPr>
              <p:cNvSpPr txBox="1"/>
              <p:nvPr/>
            </p:nvSpPr>
            <p:spPr>
              <a:xfrm>
                <a:off x="9312978" y="3896660"/>
                <a:ext cx="415233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50" dirty="0"/>
                  <a:t>5 %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04EC88A-9DBE-358C-0D8C-800DDF24DE47}"/>
                  </a:ext>
                </a:extLst>
              </p:cNvPr>
              <p:cNvCxnSpPr>
                <a:cxnSpLocks/>
                <a:stCxn id="240" idx="0"/>
                <a:endCxn id="173" idx="2"/>
              </p:cNvCxnSpPr>
              <p:nvPr/>
            </p:nvCxnSpPr>
            <p:spPr>
              <a:xfrm flipV="1">
                <a:off x="5033474" y="2661832"/>
                <a:ext cx="1133" cy="209335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9DF816C5-3163-82B1-7D40-E867B017C209}"/>
                  </a:ext>
                </a:extLst>
              </p:cNvPr>
              <p:cNvSpPr/>
              <p:nvPr/>
            </p:nvSpPr>
            <p:spPr>
              <a:xfrm>
                <a:off x="4453003" y="4284005"/>
                <a:ext cx="658616" cy="3293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12820" tIns="12820" rIns="12820" bIns="12820" numCol="1" spcCol="1270" anchor="ctr" anchorCtr="0">
                <a:noAutofit/>
              </a:bodyPr>
              <a:lstStyle/>
              <a:p>
                <a:pPr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sz="750" dirty="0" err="1">
                    <a:solidFill>
                      <a:schemeClr val="tx1"/>
                    </a:solidFill>
                  </a:rPr>
                  <a:t>Searanger</a:t>
                </a:r>
                <a:endParaRPr lang="en-GB" sz="7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EDC091D-2F84-7DD9-648B-E3EAECE966B3}"/>
                </a:ext>
              </a:extLst>
            </p:cNvPr>
            <p:cNvSpPr txBox="1"/>
            <p:nvPr/>
          </p:nvSpPr>
          <p:spPr>
            <a:xfrm rot="5400000">
              <a:off x="8812027" y="2922665"/>
              <a:ext cx="1434395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Weighting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21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583498-823A-CEA7-0EFD-E2FEE908BDF6}"/>
              </a:ext>
            </a:extLst>
          </p:cNvPr>
          <p:cNvSpPr txBox="1"/>
          <p:nvPr/>
        </p:nvSpPr>
        <p:spPr>
          <a:xfrm>
            <a:off x="1220972" y="262271"/>
            <a:ext cx="7816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Team B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9D3DA74F-0BEB-E6C5-75B0-709CB28792DB}"/>
              </a:ext>
            </a:extLst>
          </p:cNvPr>
          <p:cNvGrpSpPr/>
          <p:nvPr/>
        </p:nvGrpSpPr>
        <p:grpSpPr>
          <a:xfrm>
            <a:off x="1575825" y="758668"/>
            <a:ext cx="9302444" cy="5250130"/>
            <a:chOff x="432825" y="758668"/>
            <a:chExt cx="9302444" cy="525013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FD8A78E-1D44-912C-692C-C526A8311076}"/>
                </a:ext>
              </a:extLst>
            </p:cNvPr>
            <p:cNvCxnSpPr>
              <a:cxnSpLocks/>
              <a:stCxn id="133" idx="1"/>
              <a:endCxn id="106" idx="0"/>
            </p:cNvCxnSpPr>
            <p:nvPr/>
          </p:nvCxnSpPr>
          <p:spPr>
            <a:xfrm flipH="1">
              <a:off x="550788" y="2173744"/>
              <a:ext cx="1220" cy="172885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AF6111-5C88-2437-7E28-7408C1AC8C92}"/>
                </a:ext>
              </a:extLst>
            </p:cNvPr>
            <p:cNvCxnSpPr>
              <a:cxnSpLocks/>
              <a:stCxn id="134" idx="1"/>
              <a:endCxn id="21" idx="0"/>
            </p:cNvCxnSpPr>
            <p:nvPr/>
          </p:nvCxnSpPr>
          <p:spPr>
            <a:xfrm>
              <a:off x="2897772" y="2162498"/>
              <a:ext cx="0" cy="184131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FA92D7F-9514-5209-7E5C-32C748EC960D}"/>
                </a:ext>
              </a:extLst>
            </p:cNvPr>
            <p:cNvCxnSpPr>
              <a:cxnSpLocks/>
              <a:stCxn id="135" idx="1"/>
              <a:endCxn id="30" idx="0"/>
            </p:cNvCxnSpPr>
            <p:nvPr/>
          </p:nvCxnSpPr>
          <p:spPr>
            <a:xfrm flipH="1">
              <a:off x="3421538" y="2178422"/>
              <a:ext cx="546" cy="1170170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11ECA4-75BB-2E43-78F5-6970D5B3845A}"/>
                </a:ext>
              </a:extLst>
            </p:cNvPr>
            <p:cNvCxnSpPr>
              <a:cxnSpLocks/>
              <a:stCxn id="136" idx="1"/>
              <a:endCxn id="35" idx="0"/>
            </p:cNvCxnSpPr>
            <p:nvPr/>
          </p:nvCxnSpPr>
          <p:spPr>
            <a:xfrm flipH="1">
              <a:off x="3684995" y="2170521"/>
              <a:ext cx="546" cy="1178071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9598CDF-0BCC-1C16-A807-3847F061E080}"/>
                </a:ext>
              </a:extLst>
            </p:cNvPr>
            <p:cNvCxnSpPr>
              <a:cxnSpLocks/>
              <a:stCxn id="137" idx="1"/>
              <a:endCxn id="23" idx="0"/>
            </p:cNvCxnSpPr>
            <p:nvPr/>
          </p:nvCxnSpPr>
          <p:spPr>
            <a:xfrm flipH="1">
              <a:off x="3160147" y="2185191"/>
              <a:ext cx="2919" cy="164916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1D727F-4B02-86D2-BC81-77E0A1228B43}"/>
                </a:ext>
              </a:extLst>
            </p:cNvPr>
            <p:cNvCxnSpPr>
              <a:cxnSpLocks/>
              <a:stCxn id="138" idx="1"/>
              <a:endCxn id="24" idx="0"/>
            </p:cNvCxnSpPr>
            <p:nvPr/>
          </p:nvCxnSpPr>
          <p:spPr>
            <a:xfrm>
              <a:off x="4555387" y="2171163"/>
              <a:ext cx="0" cy="178025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5677A4C-8B82-BAD3-7518-71A33C8ED83E}"/>
                </a:ext>
              </a:extLst>
            </p:cNvPr>
            <p:cNvCxnSpPr>
              <a:cxnSpLocks/>
              <a:stCxn id="139" idx="1"/>
              <a:endCxn id="25" idx="0"/>
            </p:cNvCxnSpPr>
            <p:nvPr/>
          </p:nvCxnSpPr>
          <p:spPr>
            <a:xfrm flipH="1">
              <a:off x="5442250" y="2165597"/>
              <a:ext cx="1" cy="189352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8A11D3-4792-0434-85DE-F10AF1F1A8B4}"/>
                </a:ext>
              </a:extLst>
            </p:cNvPr>
            <p:cNvCxnSpPr>
              <a:cxnSpLocks/>
              <a:stCxn id="140" idx="1"/>
              <a:endCxn id="40" idx="0"/>
            </p:cNvCxnSpPr>
            <p:nvPr/>
          </p:nvCxnSpPr>
          <p:spPr>
            <a:xfrm flipH="1">
              <a:off x="5707460" y="2165597"/>
              <a:ext cx="1" cy="1656095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5BA40A-D538-14C5-299F-EB527D5626E6}"/>
                </a:ext>
              </a:extLst>
            </p:cNvPr>
            <p:cNvCxnSpPr>
              <a:cxnSpLocks/>
              <a:stCxn id="141" idx="1"/>
              <a:endCxn id="26" idx="0"/>
            </p:cNvCxnSpPr>
            <p:nvPr/>
          </p:nvCxnSpPr>
          <p:spPr>
            <a:xfrm flipH="1">
              <a:off x="7370793" y="2169772"/>
              <a:ext cx="1" cy="185177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7D7C1B-AAA6-8A6F-52F1-380C678817C9}"/>
                </a:ext>
              </a:extLst>
            </p:cNvPr>
            <p:cNvCxnSpPr>
              <a:cxnSpLocks/>
              <a:stCxn id="142" idx="1"/>
              <a:endCxn id="81" idx="0"/>
            </p:cNvCxnSpPr>
            <p:nvPr/>
          </p:nvCxnSpPr>
          <p:spPr>
            <a:xfrm flipH="1">
              <a:off x="7634050" y="2165597"/>
              <a:ext cx="1" cy="2118408"/>
            </a:xfrm>
            <a:prstGeom prst="line">
              <a:avLst/>
            </a:prstGeom>
            <a:ln w="3175">
              <a:solidFill>
                <a:srgbClr val="C00000"/>
              </a:solidFill>
              <a:prstDash val="sysDot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3DDADF0-9935-89A8-3EAE-5FA739C3797C}"/>
                </a:ext>
              </a:extLst>
            </p:cNvPr>
            <p:cNvCxnSpPr>
              <a:cxnSpLocks/>
              <a:stCxn id="91" idx="0"/>
              <a:endCxn id="24" idx="2"/>
            </p:cNvCxnSpPr>
            <p:nvPr/>
          </p:nvCxnSpPr>
          <p:spPr>
            <a:xfrm flipV="1">
              <a:off x="4552543" y="2678496"/>
              <a:ext cx="2844" cy="207669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B3E6AC1-3CDD-246E-15F5-375531A0E195}"/>
                </a:ext>
              </a:extLst>
            </p:cNvPr>
            <p:cNvCxnSpPr>
              <a:cxnSpLocks/>
              <a:stCxn id="110" idx="3"/>
              <a:endCxn id="48" idx="1"/>
            </p:cNvCxnSpPr>
            <p:nvPr/>
          </p:nvCxnSpPr>
          <p:spPr>
            <a:xfrm flipV="1">
              <a:off x="593163" y="5338388"/>
              <a:ext cx="2783272" cy="10459"/>
            </a:xfrm>
            <a:prstGeom prst="line">
              <a:avLst/>
            </a:prstGeom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6B57B-4620-2B4F-1504-130F1700DBCA}"/>
                </a:ext>
              </a:extLst>
            </p:cNvPr>
            <p:cNvCxnSpPr>
              <a:cxnSpLocks/>
              <a:stCxn id="109" idx="3"/>
              <a:endCxn id="91" idx="1"/>
            </p:cNvCxnSpPr>
            <p:nvPr/>
          </p:nvCxnSpPr>
          <p:spPr>
            <a:xfrm>
              <a:off x="593022" y="4919845"/>
              <a:ext cx="3918121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F6E2B1-5C4D-D07F-002B-EE32463DB014}"/>
                </a:ext>
              </a:extLst>
            </p:cNvPr>
            <p:cNvCxnSpPr>
              <a:cxnSpLocks/>
              <a:stCxn id="18" idx="3"/>
              <a:endCxn id="29" idx="1"/>
            </p:cNvCxnSpPr>
            <p:nvPr/>
          </p:nvCxnSpPr>
          <p:spPr>
            <a:xfrm flipV="1">
              <a:off x="592477" y="3513723"/>
              <a:ext cx="2263895" cy="747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88CEA904-9D68-33D3-76CE-6CAA3F78C05C}"/>
                </a:ext>
              </a:extLst>
            </p:cNvPr>
            <p:cNvSpPr/>
            <p:nvPr/>
          </p:nvSpPr>
          <p:spPr>
            <a:xfrm>
              <a:off x="509677" y="3356543"/>
              <a:ext cx="82800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DBCE6B5-C745-EC92-44F6-1D777560B675}"/>
                </a:ext>
              </a:extLst>
            </p:cNvPr>
            <p:cNvSpPr/>
            <p:nvPr/>
          </p:nvSpPr>
          <p:spPr>
            <a:xfrm>
              <a:off x="642764" y="2351068"/>
              <a:ext cx="658616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ICES advice system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2CA74FE-4BFF-C6FD-BDCA-0EDD6373C995}"/>
                </a:ext>
              </a:extLst>
            </p:cNvPr>
            <p:cNvSpPr/>
            <p:nvPr/>
          </p:nvSpPr>
          <p:spPr>
            <a:xfrm>
              <a:off x="2105866" y="2349188"/>
              <a:ext cx="658616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MPAs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38B6D61-45E9-CB4E-C51A-A6575920F281}"/>
                </a:ext>
              </a:extLst>
            </p:cNvPr>
            <p:cNvSpPr/>
            <p:nvPr/>
          </p:nvSpPr>
          <p:spPr>
            <a:xfrm>
              <a:off x="2856372" y="2346629"/>
              <a:ext cx="82800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70EFB426-F4E9-18D8-AFE3-46BACD3E5847}"/>
                </a:ext>
              </a:extLst>
            </p:cNvPr>
            <p:cNvSpPr/>
            <p:nvPr/>
          </p:nvSpPr>
          <p:spPr>
            <a:xfrm>
              <a:off x="1372825" y="2173655"/>
              <a:ext cx="658616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>
                  <a:solidFill>
                    <a:schemeClr val="tx1"/>
                  </a:solidFill>
                </a:rPr>
                <a:t>Riparian strips</a:t>
              </a: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BB286FC-760E-BBF6-500D-3FAAA7777718}"/>
                </a:ext>
              </a:extLst>
            </p:cNvPr>
            <p:cNvSpPr/>
            <p:nvPr/>
          </p:nvSpPr>
          <p:spPr>
            <a:xfrm>
              <a:off x="3118747" y="2350107"/>
              <a:ext cx="82800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DD3D889-E841-0810-DA56-C5C82AC8CB31}"/>
                </a:ext>
              </a:extLst>
            </p:cNvPr>
            <p:cNvSpPr/>
            <p:nvPr/>
          </p:nvSpPr>
          <p:spPr>
            <a:xfrm>
              <a:off x="4513987" y="2349188"/>
              <a:ext cx="82800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9DBB0190-1DF8-FBE0-3C91-CA174BD4BBF2}"/>
                </a:ext>
              </a:extLst>
            </p:cNvPr>
            <p:cNvSpPr/>
            <p:nvPr/>
          </p:nvSpPr>
          <p:spPr>
            <a:xfrm>
              <a:off x="5400850" y="2354949"/>
              <a:ext cx="82800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2216E3E-71AD-D306-C109-68D2A9933BA0}"/>
                </a:ext>
              </a:extLst>
            </p:cNvPr>
            <p:cNvSpPr/>
            <p:nvPr/>
          </p:nvSpPr>
          <p:spPr>
            <a:xfrm>
              <a:off x="7329393" y="2354949"/>
              <a:ext cx="82800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E79E9D8-7680-57D3-4102-D1FF1ED3D74A}"/>
                </a:ext>
              </a:extLst>
            </p:cNvPr>
            <p:cNvSpPr/>
            <p:nvPr/>
          </p:nvSpPr>
          <p:spPr>
            <a:xfrm>
              <a:off x="8435023" y="2351720"/>
              <a:ext cx="734027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Healthy ecosystem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A2B4ECD8-5FC3-55D5-0E0E-ACB162CD3119}"/>
                </a:ext>
              </a:extLst>
            </p:cNvPr>
            <p:cNvSpPr/>
            <p:nvPr/>
          </p:nvSpPr>
          <p:spPr>
            <a:xfrm>
              <a:off x="1372825" y="2527661"/>
              <a:ext cx="658616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Reduce fertilization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B3F3686-43B0-BB8B-842A-4BE8A62A2C79}"/>
                </a:ext>
              </a:extLst>
            </p:cNvPr>
            <p:cNvSpPr/>
            <p:nvPr/>
          </p:nvSpPr>
          <p:spPr>
            <a:xfrm>
              <a:off x="2856372" y="3349069"/>
              <a:ext cx="82800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C4E0F051-285B-51BB-FF34-19BE57AFAB61}"/>
                </a:ext>
              </a:extLst>
            </p:cNvPr>
            <p:cNvSpPr/>
            <p:nvPr/>
          </p:nvSpPr>
          <p:spPr>
            <a:xfrm>
              <a:off x="3380138" y="3348592"/>
              <a:ext cx="82800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8A78958-223D-946A-9D01-8CFAD87E8374}"/>
                </a:ext>
              </a:extLst>
            </p:cNvPr>
            <p:cNvSpPr/>
            <p:nvPr/>
          </p:nvSpPr>
          <p:spPr>
            <a:xfrm>
              <a:off x="3118202" y="3349047"/>
              <a:ext cx="82800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A3C66E08-5946-209D-A6AA-229071099062}"/>
                </a:ext>
              </a:extLst>
            </p:cNvPr>
            <p:cNvSpPr/>
            <p:nvPr/>
          </p:nvSpPr>
          <p:spPr>
            <a:xfrm>
              <a:off x="3799324" y="3351601"/>
              <a:ext cx="658616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Fisheries monitoring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6F206C4-D581-C46F-8CD5-89DADDDA0224}"/>
                </a:ext>
              </a:extLst>
            </p:cNvPr>
            <p:cNvSpPr/>
            <p:nvPr/>
          </p:nvSpPr>
          <p:spPr>
            <a:xfrm>
              <a:off x="4725407" y="3357616"/>
              <a:ext cx="658616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No-take areas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2C603A1-62BD-1CB4-C015-82823E5AEAF5}"/>
                </a:ext>
              </a:extLst>
            </p:cNvPr>
            <p:cNvSpPr/>
            <p:nvPr/>
          </p:nvSpPr>
          <p:spPr>
            <a:xfrm>
              <a:off x="8430775" y="3356543"/>
              <a:ext cx="726909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Protect stock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1C1E3800-D3E4-0E40-09FF-B851A92CCE60}"/>
                </a:ext>
              </a:extLst>
            </p:cNvPr>
            <p:cNvSpPr/>
            <p:nvPr/>
          </p:nvSpPr>
          <p:spPr>
            <a:xfrm>
              <a:off x="3643595" y="3348592"/>
              <a:ext cx="82800" cy="329308"/>
            </a:xfrm>
            <a:prstGeom prst="roundRect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12BB867-A294-8B00-16FC-92525978EB09}"/>
                </a:ext>
              </a:extLst>
            </p:cNvPr>
            <p:cNvSpPr/>
            <p:nvPr/>
          </p:nvSpPr>
          <p:spPr>
            <a:xfrm>
              <a:off x="6602602" y="2885317"/>
              <a:ext cx="658616" cy="3293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Promote tourism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73F47FB-8E61-CAC5-DE25-40B078B3A3CA}"/>
                </a:ext>
              </a:extLst>
            </p:cNvPr>
            <p:cNvSpPr/>
            <p:nvPr/>
          </p:nvSpPr>
          <p:spPr>
            <a:xfrm>
              <a:off x="8430763" y="2885317"/>
              <a:ext cx="726921" cy="3293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Safeguard well-being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CFAB0AE-6B6E-ECF6-AA33-0134A3CDB96B}"/>
                </a:ext>
              </a:extLst>
            </p:cNvPr>
            <p:cNvSpPr/>
            <p:nvPr/>
          </p:nvSpPr>
          <p:spPr>
            <a:xfrm>
              <a:off x="3846991" y="3820253"/>
              <a:ext cx="658616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Quota distribution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6359DD21-BF84-C969-AA66-447AA5F1E228}"/>
                </a:ext>
              </a:extLst>
            </p:cNvPr>
            <p:cNvSpPr/>
            <p:nvPr/>
          </p:nvSpPr>
          <p:spPr>
            <a:xfrm>
              <a:off x="5400850" y="3820810"/>
              <a:ext cx="82800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02EDD668-5C39-C6BD-7CA4-25A0E07E27E3}"/>
                </a:ext>
              </a:extLst>
            </p:cNvPr>
            <p:cNvSpPr/>
            <p:nvPr/>
          </p:nvSpPr>
          <p:spPr>
            <a:xfrm>
              <a:off x="5666060" y="3821692"/>
              <a:ext cx="82800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6E0C5C3B-5C65-EDFD-8DDC-7EE6CCBE8E5D}"/>
                </a:ext>
              </a:extLst>
            </p:cNvPr>
            <p:cNvSpPr/>
            <p:nvPr/>
          </p:nvSpPr>
          <p:spPr>
            <a:xfrm>
              <a:off x="8435023" y="3822218"/>
              <a:ext cx="731177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Support livelihoods (SF)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A15CAE02-57C0-06A6-37C2-2DF816753C5E}"/>
                </a:ext>
              </a:extLst>
            </p:cNvPr>
            <p:cNvSpPr/>
            <p:nvPr/>
          </p:nvSpPr>
          <p:spPr>
            <a:xfrm>
              <a:off x="4597199" y="4284866"/>
              <a:ext cx="658616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 err="1">
                  <a:solidFill>
                    <a:schemeClr val="tx1"/>
                  </a:solidFill>
                </a:rPr>
                <a:t>Searanger</a:t>
              </a: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81D54944-11A0-E246-DB36-2B843CEFD352}"/>
                </a:ext>
              </a:extLst>
            </p:cNvPr>
            <p:cNvSpPr/>
            <p:nvPr/>
          </p:nvSpPr>
          <p:spPr>
            <a:xfrm>
              <a:off x="5401567" y="4284866"/>
              <a:ext cx="82800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369D95B6-93F8-BF30-5DC8-2C83205EF7B1}"/>
                </a:ext>
              </a:extLst>
            </p:cNvPr>
            <p:cNvSpPr/>
            <p:nvPr/>
          </p:nvSpPr>
          <p:spPr>
            <a:xfrm>
              <a:off x="5806187" y="4284866"/>
              <a:ext cx="658616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Educational programs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23FFB13E-414E-47E5-78D1-CCC7E37254C0}"/>
                </a:ext>
              </a:extLst>
            </p:cNvPr>
            <p:cNvSpPr/>
            <p:nvPr/>
          </p:nvSpPr>
          <p:spPr>
            <a:xfrm>
              <a:off x="8435023" y="4284866"/>
              <a:ext cx="731183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Preserve cultural value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0239E29E-78BC-D348-51CD-E286549B3E06}"/>
                </a:ext>
              </a:extLst>
            </p:cNvPr>
            <p:cNvSpPr/>
            <p:nvPr/>
          </p:nvSpPr>
          <p:spPr>
            <a:xfrm>
              <a:off x="6530648" y="4284866"/>
              <a:ext cx="658616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Diversification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DFA41AEE-AA92-EBD1-C18C-D50FD1354013}"/>
                </a:ext>
              </a:extLst>
            </p:cNvPr>
            <p:cNvSpPr/>
            <p:nvPr/>
          </p:nvSpPr>
          <p:spPr>
            <a:xfrm>
              <a:off x="8435024" y="4751154"/>
              <a:ext cx="731184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Economically viable (SF)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11201900-B401-7C03-074C-517AA198026F}"/>
                </a:ext>
              </a:extLst>
            </p:cNvPr>
            <p:cNvSpPr/>
            <p:nvPr/>
          </p:nvSpPr>
          <p:spPr>
            <a:xfrm>
              <a:off x="3376435" y="5173734"/>
              <a:ext cx="82800" cy="329308"/>
            </a:xfrm>
            <a:prstGeom prst="roundRect">
              <a:avLst/>
            </a:prstGeom>
            <a:solidFill>
              <a:srgbClr val="FF7E79"/>
            </a:solidFill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F7A5EFD3-97FA-83DB-CA02-CCCF8BF5DA6A}"/>
                </a:ext>
              </a:extLst>
            </p:cNvPr>
            <p:cNvSpPr/>
            <p:nvPr/>
          </p:nvSpPr>
          <p:spPr>
            <a:xfrm>
              <a:off x="3639286" y="5173351"/>
              <a:ext cx="82800" cy="329308"/>
            </a:xfrm>
            <a:prstGeom prst="roundRect">
              <a:avLst/>
            </a:prstGeom>
            <a:solidFill>
              <a:srgbClr val="FF7E79"/>
            </a:solidFill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81568CB9-45D9-F315-D6BA-88B332EE6E12}"/>
                </a:ext>
              </a:extLst>
            </p:cNvPr>
            <p:cNvSpPr/>
            <p:nvPr/>
          </p:nvSpPr>
          <p:spPr>
            <a:xfrm>
              <a:off x="8430763" y="5167511"/>
              <a:ext cx="734028" cy="329308"/>
            </a:xfrm>
            <a:prstGeom prst="roundRect">
              <a:avLst/>
            </a:prstGeom>
            <a:solidFill>
              <a:srgbClr val="FF7E79"/>
            </a:solidFill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Environmentally friendly (SF)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4EC863E-8579-CC6C-2022-0EC1D2B0B96F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2764482" y="2511283"/>
              <a:ext cx="91890" cy="2559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049DA76-1007-784E-4605-A3D745690786}"/>
                </a:ext>
              </a:extLst>
            </p:cNvPr>
            <p:cNvCxnSpPr>
              <a:cxnSpLocks/>
              <a:stCxn id="19" idx="3"/>
              <a:endCxn id="22" idx="1"/>
            </p:cNvCxnSpPr>
            <p:nvPr/>
          </p:nvCxnSpPr>
          <p:spPr>
            <a:xfrm flipV="1">
              <a:off x="1301380" y="2338309"/>
              <a:ext cx="71445" cy="17741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C4F4212-A128-1EAC-ED55-F09BB53AEED5}"/>
                </a:ext>
              </a:extLst>
            </p:cNvPr>
            <p:cNvCxnSpPr>
              <a:cxnSpLocks/>
              <a:stCxn id="19" idx="3"/>
              <a:endCxn id="28" idx="1"/>
            </p:cNvCxnSpPr>
            <p:nvPr/>
          </p:nvCxnSpPr>
          <p:spPr>
            <a:xfrm>
              <a:off x="1301380" y="2515722"/>
              <a:ext cx="71445" cy="17659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5A2E0F5-F391-A391-0E62-DA95D134A48D}"/>
                </a:ext>
              </a:extLst>
            </p:cNvPr>
            <p:cNvCxnSpPr>
              <a:cxnSpLocks/>
              <a:stCxn id="22" idx="3"/>
              <a:endCxn id="20" idx="1"/>
            </p:cNvCxnSpPr>
            <p:nvPr/>
          </p:nvCxnSpPr>
          <p:spPr>
            <a:xfrm>
              <a:off x="2031441" y="2338309"/>
              <a:ext cx="74425" cy="17553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EFF958A-EEF7-0E0D-E063-6805B4295CA1}"/>
                </a:ext>
              </a:extLst>
            </p:cNvPr>
            <p:cNvCxnSpPr>
              <a:cxnSpLocks/>
              <a:stCxn id="28" idx="3"/>
              <a:endCxn id="20" idx="1"/>
            </p:cNvCxnSpPr>
            <p:nvPr/>
          </p:nvCxnSpPr>
          <p:spPr>
            <a:xfrm flipV="1">
              <a:off x="2031441" y="2513842"/>
              <a:ext cx="74425" cy="17847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BA08E81-6E14-E259-384E-C24B4A6358B3}"/>
                </a:ext>
              </a:extLst>
            </p:cNvPr>
            <p:cNvCxnSpPr>
              <a:cxnSpLocks/>
              <a:stCxn id="23" idx="3"/>
              <a:endCxn id="24" idx="1"/>
            </p:cNvCxnSpPr>
            <p:nvPr/>
          </p:nvCxnSpPr>
          <p:spPr>
            <a:xfrm flipV="1">
              <a:off x="3201547" y="2513842"/>
              <a:ext cx="1312440" cy="919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DE8AE78-17B0-5F63-241B-F0A82F7A1F70}"/>
                </a:ext>
              </a:extLst>
            </p:cNvPr>
            <p:cNvCxnSpPr>
              <a:cxnSpLocks/>
              <a:stCxn id="25" idx="1"/>
              <a:endCxn id="24" idx="3"/>
            </p:cNvCxnSpPr>
            <p:nvPr/>
          </p:nvCxnSpPr>
          <p:spPr>
            <a:xfrm flipH="1" flipV="1">
              <a:off x="4596787" y="2513842"/>
              <a:ext cx="804063" cy="5761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EB8D6D1-D34C-9DBD-68B7-289F1AB0323C}"/>
                </a:ext>
              </a:extLst>
            </p:cNvPr>
            <p:cNvCxnSpPr>
              <a:cxnSpLocks/>
              <a:stCxn id="25" idx="3"/>
              <a:endCxn id="26" idx="1"/>
            </p:cNvCxnSpPr>
            <p:nvPr/>
          </p:nvCxnSpPr>
          <p:spPr>
            <a:xfrm>
              <a:off x="5483650" y="2519603"/>
              <a:ext cx="1845743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513146D-4855-E2B7-2E04-7FA35610AC9C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 flipV="1">
              <a:off x="7412193" y="2516374"/>
              <a:ext cx="1022830" cy="3229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552A309-55E5-4FF4-EA01-BCB9CC55AF9D}"/>
                </a:ext>
              </a:extLst>
            </p:cNvPr>
            <p:cNvCxnSpPr>
              <a:cxnSpLocks/>
              <a:stCxn id="30" idx="3"/>
              <a:endCxn id="35" idx="1"/>
            </p:cNvCxnSpPr>
            <p:nvPr/>
          </p:nvCxnSpPr>
          <p:spPr>
            <a:xfrm>
              <a:off x="3462938" y="3513246"/>
              <a:ext cx="180657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E22479-A04E-19D7-5060-382C03564617}"/>
                </a:ext>
              </a:extLst>
            </p:cNvPr>
            <p:cNvCxnSpPr>
              <a:cxnSpLocks/>
              <a:stCxn id="30" idx="1"/>
              <a:endCxn id="31" idx="3"/>
            </p:cNvCxnSpPr>
            <p:nvPr/>
          </p:nvCxnSpPr>
          <p:spPr>
            <a:xfrm flipH="1">
              <a:off x="3201002" y="3513246"/>
              <a:ext cx="179136" cy="455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6668948-89A1-B4FA-8BEC-1BE0B157CEB5}"/>
                </a:ext>
              </a:extLst>
            </p:cNvPr>
            <p:cNvCxnSpPr>
              <a:cxnSpLocks/>
              <a:stCxn id="33" idx="1"/>
              <a:endCxn id="32" idx="3"/>
            </p:cNvCxnSpPr>
            <p:nvPr/>
          </p:nvCxnSpPr>
          <p:spPr>
            <a:xfrm flipH="1" flipV="1">
              <a:off x="4457940" y="3516255"/>
              <a:ext cx="267467" cy="6015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57B7665-8FE9-199A-D6A6-3FB61A8229BC}"/>
                </a:ext>
              </a:extLst>
            </p:cNvPr>
            <p:cNvCxnSpPr>
              <a:cxnSpLocks/>
              <a:stCxn id="34" idx="1"/>
              <a:endCxn id="33" idx="3"/>
            </p:cNvCxnSpPr>
            <p:nvPr/>
          </p:nvCxnSpPr>
          <p:spPr>
            <a:xfrm flipH="1">
              <a:off x="5384023" y="3521197"/>
              <a:ext cx="3046752" cy="1073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279C1D2-8ACF-220D-6B38-0B6EC474547A}"/>
                </a:ext>
              </a:extLst>
            </p:cNvPr>
            <p:cNvCxnSpPr>
              <a:cxnSpLocks/>
            </p:cNvCxnSpPr>
            <p:nvPr/>
          </p:nvCxnSpPr>
          <p:spPr>
            <a:xfrm>
              <a:off x="8975957" y="2845121"/>
              <a:ext cx="0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D2D5C3B7-8B15-5273-98E3-8B2CBE4EEA6B}"/>
                </a:ext>
              </a:extLst>
            </p:cNvPr>
            <p:cNvSpPr/>
            <p:nvPr/>
          </p:nvSpPr>
          <p:spPr>
            <a:xfrm>
              <a:off x="7328836" y="2885317"/>
              <a:ext cx="82800" cy="3293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7FD9D91-DF8A-DBB4-8B6F-D0B104476416}"/>
                </a:ext>
              </a:extLst>
            </p:cNvPr>
            <p:cNvCxnSpPr>
              <a:cxnSpLocks/>
              <a:stCxn id="68" idx="3"/>
              <a:endCxn id="37" idx="1"/>
            </p:cNvCxnSpPr>
            <p:nvPr/>
          </p:nvCxnSpPr>
          <p:spPr>
            <a:xfrm>
              <a:off x="7411636" y="3049971"/>
              <a:ext cx="1019127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72CAA6B-5C4F-01B2-B29E-6C1B43F19202}"/>
                </a:ext>
              </a:extLst>
            </p:cNvPr>
            <p:cNvCxnSpPr>
              <a:cxnSpLocks/>
              <a:stCxn id="111" idx="3"/>
              <a:endCxn id="36" idx="1"/>
            </p:cNvCxnSpPr>
            <p:nvPr/>
          </p:nvCxnSpPr>
          <p:spPr>
            <a:xfrm>
              <a:off x="592465" y="3046758"/>
              <a:ext cx="6010137" cy="3213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2A2AE5-32FA-2AF0-9905-B984568AD516}"/>
                </a:ext>
              </a:extLst>
            </p:cNvPr>
            <p:cNvCxnSpPr>
              <a:cxnSpLocks/>
              <a:stCxn id="106" idx="3"/>
              <a:endCxn id="19" idx="1"/>
            </p:cNvCxnSpPr>
            <p:nvPr/>
          </p:nvCxnSpPr>
          <p:spPr>
            <a:xfrm>
              <a:off x="593054" y="2511283"/>
              <a:ext cx="49710" cy="4439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ECF766C-77A1-88DF-AD0D-DE1A38471CCF}"/>
                </a:ext>
              </a:extLst>
            </p:cNvPr>
            <p:cNvCxnSpPr>
              <a:cxnSpLocks/>
              <a:stCxn id="36" idx="3"/>
              <a:endCxn id="68" idx="1"/>
            </p:cNvCxnSpPr>
            <p:nvPr/>
          </p:nvCxnSpPr>
          <p:spPr>
            <a:xfrm>
              <a:off x="7261218" y="3049971"/>
              <a:ext cx="67618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AA49F769-B055-811E-3D87-55C40DE32935}"/>
                </a:ext>
              </a:extLst>
            </p:cNvPr>
            <p:cNvSpPr/>
            <p:nvPr/>
          </p:nvSpPr>
          <p:spPr>
            <a:xfrm>
              <a:off x="7329393" y="3821692"/>
              <a:ext cx="82800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3386295-CE35-4949-B358-04B9178A9B03}"/>
                </a:ext>
              </a:extLst>
            </p:cNvPr>
            <p:cNvCxnSpPr>
              <a:cxnSpLocks/>
              <a:stCxn id="73" idx="3"/>
              <a:endCxn id="41" idx="1"/>
            </p:cNvCxnSpPr>
            <p:nvPr/>
          </p:nvCxnSpPr>
          <p:spPr>
            <a:xfrm>
              <a:off x="7412193" y="3986346"/>
              <a:ext cx="1022830" cy="526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98DAF76-46A5-E159-BC33-1AAB092BD719}"/>
                </a:ext>
              </a:extLst>
            </p:cNvPr>
            <p:cNvCxnSpPr>
              <a:cxnSpLocks/>
              <a:stCxn id="107" idx="3"/>
              <a:endCxn id="38" idx="1"/>
            </p:cNvCxnSpPr>
            <p:nvPr/>
          </p:nvCxnSpPr>
          <p:spPr>
            <a:xfrm>
              <a:off x="592911" y="3984352"/>
              <a:ext cx="3254080" cy="555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32D55A9-D093-CEBC-388A-64E89F0F183F}"/>
                </a:ext>
              </a:extLst>
            </p:cNvPr>
            <p:cNvCxnSpPr>
              <a:cxnSpLocks/>
              <a:stCxn id="38" idx="3"/>
              <a:endCxn id="39" idx="1"/>
            </p:cNvCxnSpPr>
            <p:nvPr/>
          </p:nvCxnSpPr>
          <p:spPr>
            <a:xfrm>
              <a:off x="4505607" y="3984907"/>
              <a:ext cx="895243" cy="557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4C229DC-49EC-BD71-4B86-982D61AC28D0}"/>
                </a:ext>
              </a:extLst>
            </p:cNvPr>
            <p:cNvCxnSpPr>
              <a:cxnSpLocks/>
              <a:stCxn id="39" idx="3"/>
              <a:endCxn id="40" idx="1"/>
            </p:cNvCxnSpPr>
            <p:nvPr/>
          </p:nvCxnSpPr>
          <p:spPr>
            <a:xfrm>
              <a:off x="5483650" y="3985464"/>
              <a:ext cx="182410" cy="882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10C9BC0-688A-3B5E-D803-D0656112F04F}"/>
                </a:ext>
              </a:extLst>
            </p:cNvPr>
            <p:cNvCxnSpPr>
              <a:cxnSpLocks/>
              <a:stCxn id="73" idx="1"/>
              <a:endCxn id="40" idx="3"/>
            </p:cNvCxnSpPr>
            <p:nvPr/>
          </p:nvCxnSpPr>
          <p:spPr>
            <a:xfrm flipH="1">
              <a:off x="5748860" y="3986346"/>
              <a:ext cx="1580533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FEBE24B5-7676-C693-3419-4583A2D1A07B}"/>
                </a:ext>
              </a:extLst>
            </p:cNvPr>
            <p:cNvSpPr/>
            <p:nvPr/>
          </p:nvSpPr>
          <p:spPr>
            <a:xfrm>
              <a:off x="5666060" y="4284866"/>
              <a:ext cx="82800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CB77E373-3281-36BE-97B8-7799245DD734}"/>
                </a:ext>
              </a:extLst>
            </p:cNvPr>
            <p:cNvSpPr/>
            <p:nvPr/>
          </p:nvSpPr>
          <p:spPr>
            <a:xfrm>
              <a:off x="7329393" y="4284432"/>
              <a:ext cx="82800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77158B23-6BDE-DCE2-498D-74A325608234}"/>
                </a:ext>
              </a:extLst>
            </p:cNvPr>
            <p:cNvSpPr/>
            <p:nvPr/>
          </p:nvSpPr>
          <p:spPr>
            <a:xfrm>
              <a:off x="7592650" y="4284005"/>
              <a:ext cx="82800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20BB204-FACA-AE5F-E47E-0FBD63EB6254}"/>
                </a:ext>
              </a:extLst>
            </p:cNvPr>
            <p:cNvCxnSpPr>
              <a:cxnSpLocks/>
              <a:stCxn id="81" idx="1"/>
              <a:endCxn id="80" idx="3"/>
            </p:cNvCxnSpPr>
            <p:nvPr/>
          </p:nvCxnSpPr>
          <p:spPr>
            <a:xfrm flipH="1">
              <a:off x="7412193" y="4448659"/>
              <a:ext cx="180457" cy="42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EAB8B6E-588B-1C38-0CC5-2329FAC8C029}"/>
                </a:ext>
              </a:extLst>
            </p:cNvPr>
            <p:cNvCxnSpPr>
              <a:cxnSpLocks/>
              <a:stCxn id="45" idx="1"/>
              <a:endCxn id="81" idx="3"/>
            </p:cNvCxnSpPr>
            <p:nvPr/>
          </p:nvCxnSpPr>
          <p:spPr>
            <a:xfrm flipH="1" flipV="1">
              <a:off x="7675450" y="4448659"/>
              <a:ext cx="759573" cy="86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8A9AA71-4A51-2993-F690-1C5479E395D9}"/>
                </a:ext>
              </a:extLst>
            </p:cNvPr>
            <p:cNvCxnSpPr>
              <a:cxnSpLocks/>
              <a:stCxn id="42" idx="3"/>
              <a:endCxn id="43" idx="1"/>
            </p:cNvCxnSpPr>
            <p:nvPr/>
          </p:nvCxnSpPr>
          <p:spPr>
            <a:xfrm>
              <a:off x="5255815" y="4449520"/>
              <a:ext cx="145752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E19A1D5-D5EB-F450-4B1D-DB55B6C0A7C5}"/>
                </a:ext>
              </a:extLst>
            </p:cNvPr>
            <p:cNvCxnSpPr>
              <a:cxnSpLocks/>
              <a:stCxn id="108" idx="3"/>
              <a:endCxn id="42" idx="1"/>
            </p:cNvCxnSpPr>
            <p:nvPr/>
          </p:nvCxnSpPr>
          <p:spPr>
            <a:xfrm>
              <a:off x="592477" y="4448062"/>
              <a:ext cx="4004722" cy="1458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17AE26A-BEE8-1189-A8FB-39EA7F834F3E}"/>
                </a:ext>
              </a:extLst>
            </p:cNvPr>
            <p:cNvCxnSpPr>
              <a:cxnSpLocks/>
              <a:stCxn id="79" idx="1"/>
              <a:endCxn id="43" idx="3"/>
            </p:cNvCxnSpPr>
            <p:nvPr/>
          </p:nvCxnSpPr>
          <p:spPr>
            <a:xfrm flipH="1">
              <a:off x="5484367" y="4449520"/>
              <a:ext cx="181693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BE82729-5E7E-DAB8-6E60-83E75FC5869E}"/>
                </a:ext>
              </a:extLst>
            </p:cNvPr>
            <p:cNvCxnSpPr>
              <a:cxnSpLocks/>
              <a:stCxn id="79" idx="3"/>
              <a:endCxn id="44" idx="1"/>
            </p:cNvCxnSpPr>
            <p:nvPr/>
          </p:nvCxnSpPr>
          <p:spPr>
            <a:xfrm>
              <a:off x="5748860" y="4449520"/>
              <a:ext cx="57327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9D7A2DC-7DFE-F35B-4297-183CAFE34572}"/>
                </a:ext>
              </a:extLst>
            </p:cNvPr>
            <p:cNvCxnSpPr>
              <a:cxnSpLocks/>
              <a:stCxn id="44" idx="3"/>
              <a:endCxn id="46" idx="1"/>
            </p:cNvCxnSpPr>
            <p:nvPr/>
          </p:nvCxnSpPr>
          <p:spPr>
            <a:xfrm>
              <a:off x="6464803" y="4449520"/>
              <a:ext cx="65845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CB6C8D8-2A37-C41B-982D-C8989C017C9E}"/>
                </a:ext>
              </a:extLst>
            </p:cNvPr>
            <p:cNvCxnSpPr>
              <a:cxnSpLocks/>
              <a:stCxn id="80" idx="1"/>
              <a:endCxn id="46" idx="3"/>
            </p:cNvCxnSpPr>
            <p:nvPr/>
          </p:nvCxnSpPr>
          <p:spPr>
            <a:xfrm flipH="1">
              <a:off x="7189264" y="4449086"/>
              <a:ext cx="140129" cy="4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0937942A-E3E4-F3A2-D67A-AB91B8058190}"/>
                </a:ext>
              </a:extLst>
            </p:cNvPr>
            <p:cNvSpPr/>
            <p:nvPr/>
          </p:nvSpPr>
          <p:spPr>
            <a:xfrm>
              <a:off x="7329393" y="4751082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225E5E11-822A-6583-FDDF-63DA11D4B83E}"/>
                </a:ext>
              </a:extLst>
            </p:cNvPr>
            <p:cNvSpPr/>
            <p:nvPr/>
          </p:nvSpPr>
          <p:spPr>
            <a:xfrm>
              <a:off x="4511143" y="4755191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9B4FDE26-D3DB-F7FC-18E3-1E1FDE7C754D}"/>
                </a:ext>
              </a:extLst>
            </p:cNvPr>
            <p:cNvSpPr/>
            <p:nvPr/>
          </p:nvSpPr>
          <p:spPr>
            <a:xfrm>
              <a:off x="7593561" y="4753172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D910CCEF-F75A-8338-551D-F80829BC4827}"/>
                </a:ext>
              </a:extLst>
            </p:cNvPr>
            <p:cNvSpPr/>
            <p:nvPr/>
          </p:nvSpPr>
          <p:spPr>
            <a:xfrm>
              <a:off x="5400939" y="4750812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9A8CFC87-D276-FFCC-5398-6FB965847015}"/>
                </a:ext>
              </a:extLst>
            </p:cNvPr>
            <p:cNvSpPr/>
            <p:nvPr/>
          </p:nvSpPr>
          <p:spPr>
            <a:xfrm>
              <a:off x="7733879" y="4751154"/>
              <a:ext cx="658616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dirty="0">
                  <a:solidFill>
                    <a:schemeClr val="tx1"/>
                  </a:solidFill>
                </a:rPr>
                <a:t>Top predator reduction</a:t>
              </a:r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F3D216B8-9592-24FA-0432-E664795337DB}"/>
                </a:ext>
              </a:extLst>
            </p:cNvPr>
            <p:cNvSpPr/>
            <p:nvPr/>
          </p:nvSpPr>
          <p:spPr>
            <a:xfrm>
              <a:off x="5666149" y="4744190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2CD7ED2-A60E-ED4A-AA92-9F65C05D332C}"/>
                </a:ext>
              </a:extLst>
            </p:cNvPr>
            <p:cNvCxnSpPr>
              <a:cxnSpLocks/>
              <a:stCxn id="91" idx="3"/>
              <a:endCxn id="93" idx="1"/>
            </p:cNvCxnSpPr>
            <p:nvPr/>
          </p:nvCxnSpPr>
          <p:spPr>
            <a:xfrm flipV="1">
              <a:off x="4593943" y="4915466"/>
              <a:ext cx="806996" cy="4379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153AAE9-CA0A-21E8-16DC-037AE957D98B}"/>
                </a:ext>
              </a:extLst>
            </p:cNvPr>
            <p:cNvCxnSpPr>
              <a:cxnSpLocks/>
              <a:stCxn id="93" idx="3"/>
              <a:endCxn id="95" idx="1"/>
            </p:cNvCxnSpPr>
            <p:nvPr/>
          </p:nvCxnSpPr>
          <p:spPr>
            <a:xfrm flipV="1">
              <a:off x="5483739" y="4908844"/>
              <a:ext cx="182410" cy="6622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F7A931D-62DA-7785-A782-440AA8D34F9C}"/>
                </a:ext>
              </a:extLst>
            </p:cNvPr>
            <p:cNvCxnSpPr>
              <a:cxnSpLocks/>
              <a:stCxn id="95" idx="3"/>
              <a:endCxn id="90" idx="1"/>
            </p:cNvCxnSpPr>
            <p:nvPr/>
          </p:nvCxnSpPr>
          <p:spPr>
            <a:xfrm>
              <a:off x="5748949" y="4908844"/>
              <a:ext cx="1580444" cy="6892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964BDAE-4B86-B146-06E6-BE2C4C9D88C9}"/>
                </a:ext>
              </a:extLst>
            </p:cNvPr>
            <p:cNvCxnSpPr>
              <a:cxnSpLocks/>
              <a:stCxn id="90" idx="3"/>
              <a:endCxn id="92" idx="1"/>
            </p:cNvCxnSpPr>
            <p:nvPr/>
          </p:nvCxnSpPr>
          <p:spPr>
            <a:xfrm>
              <a:off x="7412193" y="4915736"/>
              <a:ext cx="181368" cy="209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82C20C1-81EA-6D60-529B-366377454E87}"/>
                </a:ext>
              </a:extLst>
            </p:cNvPr>
            <p:cNvCxnSpPr>
              <a:cxnSpLocks/>
              <a:stCxn id="94" idx="1"/>
              <a:endCxn id="92" idx="3"/>
            </p:cNvCxnSpPr>
            <p:nvPr/>
          </p:nvCxnSpPr>
          <p:spPr>
            <a:xfrm flipH="1">
              <a:off x="7676361" y="4915808"/>
              <a:ext cx="57518" cy="2018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7F13D2C-271D-8A83-AB47-A66D9CC48DF9}"/>
                </a:ext>
              </a:extLst>
            </p:cNvPr>
            <p:cNvCxnSpPr>
              <a:cxnSpLocks/>
              <a:stCxn id="47" idx="1"/>
              <a:endCxn id="94" idx="3"/>
            </p:cNvCxnSpPr>
            <p:nvPr/>
          </p:nvCxnSpPr>
          <p:spPr>
            <a:xfrm flipH="1">
              <a:off x="8392495" y="4915808"/>
              <a:ext cx="42529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C7D2A539-EA44-AE31-0D9D-67DCAAE21D9A}"/>
                </a:ext>
              </a:extLst>
            </p:cNvPr>
            <p:cNvSpPr/>
            <p:nvPr/>
          </p:nvSpPr>
          <p:spPr>
            <a:xfrm>
              <a:off x="7328836" y="5173351"/>
              <a:ext cx="82800" cy="329308"/>
            </a:xfrm>
            <a:prstGeom prst="roundRect">
              <a:avLst/>
            </a:prstGeom>
            <a:solidFill>
              <a:srgbClr val="FF7E79"/>
            </a:solidFill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9ABB2CD-220A-707F-F242-0E4F8167EAA9}"/>
                </a:ext>
              </a:extLst>
            </p:cNvPr>
            <p:cNvCxnSpPr>
              <a:cxnSpLocks/>
              <a:stCxn id="102" idx="3"/>
              <a:endCxn id="50" idx="1"/>
            </p:cNvCxnSpPr>
            <p:nvPr/>
          </p:nvCxnSpPr>
          <p:spPr>
            <a:xfrm flipV="1">
              <a:off x="7411636" y="5332165"/>
              <a:ext cx="1019127" cy="5840"/>
            </a:xfrm>
            <a:prstGeom prst="line">
              <a:avLst/>
            </a:prstGeom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D57FC2D-95C0-DE82-1FC6-BA61F5E0A885}"/>
                </a:ext>
              </a:extLst>
            </p:cNvPr>
            <p:cNvCxnSpPr>
              <a:cxnSpLocks/>
              <a:stCxn id="49" idx="3"/>
              <a:endCxn id="102" idx="1"/>
            </p:cNvCxnSpPr>
            <p:nvPr/>
          </p:nvCxnSpPr>
          <p:spPr>
            <a:xfrm>
              <a:off x="3722086" y="5338005"/>
              <a:ext cx="3606750" cy="0"/>
            </a:xfrm>
            <a:prstGeom prst="line">
              <a:avLst/>
            </a:prstGeom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65D05B-A1E1-B666-F616-B999F87DFEF4}"/>
                </a:ext>
              </a:extLst>
            </p:cNvPr>
            <p:cNvCxnSpPr>
              <a:cxnSpLocks/>
              <a:stCxn id="48" idx="3"/>
              <a:endCxn id="49" idx="1"/>
            </p:cNvCxnSpPr>
            <p:nvPr/>
          </p:nvCxnSpPr>
          <p:spPr>
            <a:xfrm flipV="1">
              <a:off x="3459235" y="5338005"/>
              <a:ext cx="180051" cy="383"/>
            </a:xfrm>
            <a:prstGeom prst="line">
              <a:avLst/>
            </a:prstGeom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523221CB-8F84-46CC-5935-489DB17833B9}"/>
                </a:ext>
              </a:extLst>
            </p:cNvPr>
            <p:cNvSpPr/>
            <p:nvPr/>
          </p:nvSpPr>
          <p:spPr>
            <a:xfrm>
              <a:off x="508521" y="2346629"/>
              <a:ext cx="84533" cy="329308"/>
            </a:xfrm>
            <a:prstGeom prst="round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D2D50C07-B6EF-562B-8C38-F42D3EFA7D02}"/>
                </a:ext>
              </a:extLst>
            </p:cNvPr>
            <p:cNvSpPr/>
            <p:nvPr/>
          </p:nvSpPr>
          <p:spPr>
            <a:xfrm>
              <a:off x="510111" y="3819698"/>
              <a:ext cx="82800" cy="329308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08" name="Rounded Rectangle 107">
              <a:extLst>
                <a:ext uri="{FF2B5EF4-FFF2-40B4-BE49-F238E27FC236}">
                  <a16:creationId xmlns:a16="http://schemas.microsoft.com/office/drawing/2014/main" id="{38E5EBE8-7383-5730-66B8-97E926CE8302}"/>
                </a:ext>
              </a:extLst>
            </p:cNvPr>
            <p:cNvSpPr/>
            <p:nvPr/>
          </p:nvSpPr>
          <p:spPr>
            <a:xfrm>
              <a:off x="509677" y="4283408"/>
              <a:ext cx="82800" cy="32930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F0612D13-8E32-7C3B-1398-CBF61EAEE564}"/>
                </a:ext>
              </a:extLst>
            </p:cNvPr>
            <p:cNvSpPr/>
            <p:nvPr/>
          </p:nvSpPr>
          <p:spPr>
            <a:xfrm>
              <a:off x="510222" y="4755191"/>
              <a:ext cx="82800" cy="32930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4E2685BB-530C-5A1D-338D-C31BC17AE2D5}"/>
                </a:ext>
              </a:extLst>
            </p:cNvPr>
            <p:cNvSpPr/>
            <p:nvPr/>
          </p:nvSpPr>
          <p:spPr>
            <a:xfrm>
              <a:off x="510363" y="5184193"/>
              <a:ext cx="82800" cy="329308"/>
            </a:xfrm>
            <a:prstGeom prst="roundRect">
              <a:avLst/>
            </a:prstGeom>
            <a:solidFill>
              <a:srgbClr val="FF7E79"/>
            </a:solidFill>
            <a:ln>
              <a:solidFill>
                <a:srgbClr val="FF8AD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A171FF77-122D-F12B-3B17-9D2B29408BA4}"/>
                </a:ext>
              </a:extLst>
            </p:cNvPr>
            <p:cNvSpPr/>
            <p:nvPr/>
          </p:nvSpPr>
          <p:spPr>
            <a:xfrm>
              <a:off x="509665" y="2882104"/>
              <a:ext cx="82800" cy="3293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820" tIns="12820" rIns="12820" bIns="12820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75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01A3694-A505-05B0-EBF8-1EFA4FA6F0F7}"/>
                </a:ext>
              </a:extLst>
            </p:cNvPr>
            <p:cNvCxnSpPr>
              <a:cxnSpLocks/>
              <a:stCxn id="21" idx="2"/>
              <a:endCxn id="29" idx="0"/>
            </p:cNvCxnSpPr>
            <p:nvPr/>
          </p:nvCxnSpPr>
          <p:spPr>
            <a:xfrm>
              <a:off x="2897772" y="2675937"/>
              <a:ext cx="0" cy="6731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712EC36-42E7-D488-DD44-AF37B4370A12}"/>
                </a:ext>
              </a:extLst>
            </p:cNvPr>
            <p:cNvCxnSpPr>
              <a:cxnSpLocks/>
              <a:stCxn id="39" idx="0"/>
              <a:endCxn id="25" idx="2"/>
            </p:cNvCxnSpPr>
            <p:nvPr/>
          </p:nvCxnSpPr>
          <p:spPr>
            <a:xfrm flipV="1">
              <a:off x="5442250" y="2684257"/>
              <a:ext cx="0" cy="11365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C5AD6A8-D9A4-A2D1-3901-AC018FC40225}"/>
                </a:ext>
              </a:extLst>
            </p:cNvPr>
            <p:cNvCxnSpPr>
              <a:cxnSpLocks/>
              <a:stCxn id="39" idx="2"/>
              <a:endCxn id="43" idx="0"/>
            </p:cNvCxnSpPr>
            <p:nvPr/>
          </p:nvCxnSpPr>
          <p:spPr>
            <a:xfrm>
              <a:off x="5442250" y="4150118"/>
              <a:ext cx="717" cy="13474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EF6C4C7-94CF-5F43-731B-FD2863F3071D}"/>
                </a:ext>
              </a:extLst>
            </p:cNvPr>
            <p:cNvCxnSpPr>
              <a:cxnSpLocks/>
              <a:stCxn id="43" idx="2"/>
              <a:endCxn id="93" idx="0"/>
            </p:cNvCxnSpPr>
            <p:nvPr/>
          </p:nvCxnSpPr>
          <p:spPr>
            <a:xfrm flipH="1">
              <a:off x="5442339" y="4614174"/>
              <a:ext cx="628" cy="13663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023921B-3600-7D04-22D2-59B6679B5F53}"/>
                </a:ext>
              </a:extLst>
            </p:cNvPr>
            <p:cNvCxnSpPr>
              <a:cxnSpLocks/>
              <a:stCxn id="79" idx="2"/>
              <a:endCxn id="95" idx="0"/>
            </p:cNvCxnSpPr>
            <p:nvPr/>
          </p:nvCxnSpPr>
          <p:spPr>
            <a:xfrm>
              <a:off x="5707460" y="4614174"/>
              <a:ext cx="89" cy="13001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380303C-B456-B10B-4643-FF7D738CEDB3}"/>
                </a:ext>
              </a:extLst>
            </p:cNvPr>
            <p:cNvCxnSpPr>
              <a:cxnSpLocks/>
              <a:stCxn id="40" idx="2"/>
              <a:endCxn id="79" idx="0"/>
            </p:cNvCxnSpPr>
            <p:nvPr/>
          </p:nvCxnSpPr>
          <p:spPr>
            <a:xfrm>
              <a:off x="5707460" y="4151000"/>
              <a:ext cx="0" cy="13386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7C41D81-FB45-454C-095C-162477FE6E84}"/>
                </a:ext>
              </a:extLst>
            </p:cNvPr>
            <p:cNvCxnSpPr>
              <a:cxnSpLocks/>
              <a:stCxn id="26" idx="2"/>
              <a:endCxn id="68" idx="0"/>
            </p:cNvCxnSpPr>
            <p:nvPr/>
          </p:nvCxnSpPr>
          <p:spPr>
            <a:xfrm flipH="1">
              <a:off x="7370236" y="2684257"/>
              <a:ext cx="557" cy="20106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FE1B848-6DBF-33E3-9C75-6A4CEAEBC030}"/>
                </a:ext>
              </a:extLst>
            </p:cNvPr>
            <p:cNvCxnSpPr>
              <a:cxnSpLocks/>
              <a:stCxn id="68" idx="2"/>
              <a:endCxn id="73" idx="0"/>
            </p:cNvCxnSpPr>
            <p:nvPr/>
          </p:nvCxnSpPr>
          <p:spPr>
            <a:xfrm>
              <a:off x="7370236" y="3214625"/>
              <a:ext cx="557" cy="60706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1F33540-A161-B446-703D-F3F818F6704D}"/>
                </a:ext>
              </a:extLst>
            </p:cNvPr>
            <p:cNvCxnSpPr>
              <a:cxnSpLocks/>
              <a:stCxn id="73" idx="2"/>
              <a:endCxn id="80" idx="0"/>
            </p:cNvCxnSpPr>
            <p:nvPr/>
          </p:nvCxnSpPr>
          <p:spPr>
            <a:xfrm>
              <a:off x="7370793" y="4151000"/>
              <a:ext cx="0" cy="1334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F5D7342-DF52-8207-9F6E-423CDD78581C}"/>
                </a:ext>
              </a:extLst>
            </p:cNvPr>
            <p:cNvCxnSpPr>
              <a:cxnSpLocks/>
              <a:stCxn id="80" idx="2"/>
              <a:endCxn id="90" idx="0"/>
            </p:cNvCxnSpPr>
            <p:nvPr/>
          </p:nvCxnSpPr>
          <p:spPr>
            <a:xfrm>
              <a:off x="7370793" y="4613740"/>
              <a:ext cx="0" cy="13734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A820903-E3F0-7178-DF84-72AE597068B4}"/>
                </a:ext>
              </a:extLst>
            </p:cNvPr>
            <p:cNvCxnSpPr>
              <a:cxnSpLocks/>
              <a:stCxn id="90" idx="2"/>
              <a:endCxn id="102" idx="0"/>
            </p:cNvCxnSpPr>
            <p:nvPr/>
          </p:nvCxnSpPr>
          <p:spPr>
            <a:xfrm flipH="1">
              <a:off x="7370236" y="5080390"/>
              <a:ext cx="557" cy="9296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09A1E61-2F66-3594-CF08-1252DC5EB4F1}"/>
                </a:ext>
              </a:extLst>
            </p:cNvPr>
            <p:cNvCxnSpPr>
              <a:cxnSpLocks/>
              <a:stCxn id="81" idx="2"/>
              <a:endCxn id="92" idx="0"/>
            </p:cNvCxnSpPr>
            <p:nvPr/>
          </p:nvCxnSpPr>
          <p:spPr>
            <a:xfrm>
              <a:off x="7634050" y="4613313"/>
              <a:ext cx="911" cy="1398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F8E334B-5CB2-A2D5-109A-AD53602659F2}"/>
                </a:ext>
              </a:extLst>
            </p:cNvPr>
            <p:cNvCxnSpPr>
              <a:cxnSpLocks/>
              <a:stCxn id="35" idx="2"/>
              <a:endCxn id="49" idx="0"/>
            </p:cNvCxnSpPr>
            <p:nvPr/>
          </p:nvCxnSpPr>
          <p:spPr>
            <a:xfrm flipH="1">
              <a:off x="3680686" y="3677900"/>
              <a:ext cx="4309" cy="149545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5664BF8-0C12-8188-59BC-CE662E8A9E62}"/>
                </a:ext>
              </a:extLst>
            </p:cNvPr>
            <p:cNvCxnSpPr>
              <a:cxnSpLocks/>
              <a:stCxn id="30" idx="2"/>
              <a:endCxn id="48" idx="0"/>
            </p:cNvCxnSpPr>
            <p:nvPr/>
          </p:nvCxnSpPr>
          <p:spPr>
            <a:xfrm flipH="1">
              <a:off x="3417835" y="3677900"/>
              <a:ext cx="3703" cy="14958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B7AE6C1-2466-B77D-E994-C150EAE3EE58}"/>
                </a:ext>
              </a:extLst>
            </p:cNvPr>
            <p:cNvCxnSpPr>
              <a:cxnSpLocks/>
              <a:stCxn id="111" idx="2"/>
              <a:endCxn id="18" idx="0"/>
            </p:cNvCxnSpPr>
            <p:nvPr/>
          </p:nvCxnSpPr>
          <p:spPr>
            <a:xfrm>
              <a:off x="551065" y="3211412"/>
              <a:ext cx="12" cy="1451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BF33C31-AE71-7D6B-BC9C-AA2E836CCA61}"/>
                </a:ext>
              </a:extLst>
            </p:cNvPr>
            <p:cNvCxnSpPr>
              <a:cxnSpLocks/>
              <a:stCxn id="111" idx="0"/>
              <a:endCxn id="106" idx="2"/>
            </p:cNvCxnSpPr>
            <p:nvPr/>
          </p:nvCxnSpPr>
          <p:spPr>
            <a:xfrm flipH="1" flipV="1">
              <a:off x="550788" y="2675937"/>
              <a:ext cx="277" cy="20616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BFAA4C1-E69B-D36C-D153-AFFD6F1E1EA8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551065" y="3211412"/>
              <a:ext cx="0" cy="12372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EAC43E5-3BAE-3C83-BD42-DC83C1548F74}"/>
                </a:ext>
              </a:extLst>
            </p:cNvPr>
            <p:cNvCxnSpPr>
              <a:cxnSpLocks/>
              <a:stCxn id="107" idx="2"/>
              <a:endCxn id="108" idx="0"/>
            </p:cNvCxnSpPr>
            <p:nvPr/>
          </p:nvCxnSpPr>
          <p:spPr>
            <a:xfrm flipH="1">
              <a:off x="551077" y="4149006"/>
              <a:ext cx="434" cy="13440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EB55169-11BE-3BEF-BD41-D7343D9DD002}"/>
                </a:ext>
              </a:extLst>
            </p:cNvPr>
            <p:cNvCxnSpPr>
              <a:cxnSpLocks/>
              <a:stCxn id="108" idx="2"/>
              <a:endCxn id="109" idx="0"/>
            </p:cNvCxnSpPr>
            <p:nvPr/>
          </p:nvCxnSpPr>
          <p:spPr>
            <a:xfrm>
              <a:off x="551077" y="4612716"/>
              <a:ext cx="545" cy="14247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379E417-E327-C3C9-D182-7498AE8E94BE}"/>
                </a:ext>
              </a:extLst>
            </p:cNvPr>
            <p:cNvCxnSpPr>
              <a:cxnSpLocks/>
              <a:stCxn id="109" idx="2"/>
              <a:endCxn id="110" idx="0"/>
            </p:cNvCxnSpPr>
            <p:nvPr/>
          </p:nvCxnSpPr>
          <p:spPr>
            <a:xfrm>
              <a:off x="551622" y="5084499"/>
              <a:ext cx="141" cy="9969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4427003-3609-0258-F4F6-F5461EF70B6C}"/>
                </a:ext>
              </a:extLst>
            </p:cNvPr>
            <p:cNvCxnSpPr>
              <a:cxnSpLocks/>
              <a:stCxn id="23" idx="2"/>
              <a:endCxn id="31" idx="0"/>
            </p:cNvCxnSpPr>
            <p:nvPr/>
          </p:nvCxnSpPr>
          <p:spPr>
            <a:xfrm flipH="1">
              <a:off x="3159602" y="2679415"/>
              <a:ext cx="545" cy="6696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FA8DCDA-E765-118B-C429-092538C9A8D6}"/>
                </a:ext>
              </a:extLst>
            </p:cNvPr>
            <p:cNvSpPr txBox="1"/>
            <p:nvPr/>
          </p:nvSpPr>
          <p:spPr>
            <a:xfrm rot="16200000">
              <a:off x="355099" y="1857654"/>
              <a:ext cx="393816" cy="238363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GES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25DB551-48A5-4A5D-B2C3-14CC6AB19C12}"/>
                </a:ext>
              </a:extLst>
            </p:cNvPr>
            <p:cNvSpPr txBox="1"/>
            <p:nvPr/>
          </p:nvSpPr>
          <p:spPr>
            <a:xfrm rot="16200000">
              <a:off x="2677456" y="1827257"/>
              <a:ext cx="440632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EBFM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BC28178-65A6-7D76-64C1-7EE7C3F095C4}"/>
                </a:ext>
              </a:extLst>
            </p:cNvPr>
            <p:cNvSpPr txBox="1"/>
            <p:nvPr/>
          </p:nvSpPr>
          <p:spPr>
            <a:xfrm rot="16200000">
              <a:off x="2712207" y="1353620"/>
              <a:ext cx="1419753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Environmentally  friendly gear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D58D0C3-7D9A-5266-376A-42522AF72B84}"/>
                </a:ext>
              </a:extLst>
            </p:cNvPr>
            <p:cNvSpPr txBox="1"/>
            <p:nvPr/>
          </p:nvSpPr>
          <p:spPr>
            <a:xfrm rot="16200000">
              <a:off x="3327431" y="1697486"/>
              <a:ext cx="716219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Ban trawling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830B6E4-33FD-BE53-B79F-46C7A5826295}"/>
                </a:ext>
              </a:extLst>
            </p:cNvPr>
            <p:cNvSpPr txBox="1"/>
            <p:nvPr/>
          </p:nvSpPr>
          <p:spPr>
            <a:xfrm rot="16200000">
              <a:off x="2835473" y="1742673"/>
              <a:ext cx="655186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Re-training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D8C8A22-0CE1-5798-BD5E-0FE0E417EFEF}"/>
                </a:ext>
              </a:extLst>
            </p:cNvPr>
            <p:cNvSpPr txBox="1"/>
            <p:nvPr/>
          </p:nvSpPr>
          <p:spPr>
            <a:xfrm rot="16200000">
              <a:off x="4130381" y="1631232"/>
              <a:ext cx="850012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Reduce vessels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05155B3-4A46-DD13-4348-B7ABBDEA20CD}"/>
                </a:ext>
              </a:extLst>
            </p:cNvPr>
            <p:cNvSpPr txBox="1"/>
            <p:nvPr/>
          </p:nvSpPr>
          <p:spPr>
            <a:xfrm rot="16200000">
              <a:off x="4898779" y="1507200"/>
              <a:ext cx="1086943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Alternative marketing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1CA4768-EB4A-E909-3514-3A15397A1990}"/>
                </a:ext>
              </a:extLst>
            </p:cNvPr>
            <p:cNvSpPr txBox="1"/>
            <p:nvPr/>
          </p:nvSpPr>
          <p:spPr>
            <a:xfrm rot="16200000">
              <a:off x="5147649" y="1490860"/>
              <a:ext cx="1119623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Coastal infrastructure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AD6529D-8098-CBAE-85A7-BD35F02DD844}"/>
                </a:ext>
              </a:extLst>
            </p:cNvPr>
            <p:cNvSpPr txBox="1"/>
            <p:nvPr/>
          </p:nvSpPr>
          <p:spPr>
            <a:xfrm rot="16200000">
              <a:off x="6770166" y="1454219"/>
              <a:ext cx="1201256" cy="22985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Non-invasive monitoring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F8B086D-46F3-92D1-57AF-E0A1B2464F13}"/>
                </a:ext>
              </a:extLst>
            </p:cNvPr>
            <p:cNvSpPr txBox="1"/>
            <p:nvPr/>
          </p:nvSpPr>
          <p:spPr>
            <a:xfrm rot="16200000">
              <a:off x="7316354" y="1728719"/>
              <a:ext cx="635392" cy="238363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750" dirty="0"/>
                <a:t>Subsidies</a:t>
              </a:r>
            </a:p>
          </p:txBody>
        </p:sp>
        <p:sp>
          <p:nvSpPr>
            <p:cNvPr id="143" name="Triangle 142">
              <a:extLst>
                <a:ext uri="{FF2B5EF4-FFF2-40B4-BE49-F238E27FC236}">
                  <a16:creationId xmlns:a16="http://schemas.microsoft.com/office/drawing/2014/main" id="{C35A68BF-384F-D799-4053-F4D6AAC12B79}"/>
                </a:ext>
              </a:extLst>
            </p:cNvPr>
            <p:cNvSpPr/>
            <p:nvPr/>
          </p:nvSpPr>
          <p:spPr>
            <a:xfrm rot="5400000">
              <a:off x="4754678" y="1550738"/>
              <a:ext cx="167825" cy="8681701"/>
            </a:xfrm>
            <a:prstGeom prst="triangle">
              <a:avLst>
                <a:gd name="adj" fmla="val 526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590CD51-6984-9030-514E-C1633A02876C}"/>
                </a:ext>
              </a:extLst>
            </p:cNvPr>
            <p:cNvSpPr txBox="1"/>
            <p:nvPr/>
          </p:nvSpPr>
          <p:spPr>
            <a:xfrm>
              <a:off x="447981" y="5785660"/>
              <a:ext cx="763351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50" dirty="0"/>
                <a:t>Ability score</a:t>
              </a:r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6CFC916-C4E1-904B-1BB3-940F3A665EDB}"/>
                </a:ext>
              </a:extLst>
            </p:cNvPr>
            <p:cNvCxnSpPr>
              <a:cxnSpLocks/>
              <a:stCxn id="18" idx="2"/>
              <a:endCxn id="107" idx="0"/>
            </p:cNvCxnSpPr>
            <p:nvPr/>
          </p:nvCxnSpPr>
          <p:spPr>
            <a:xfrm>
              <a:off x="551077" y="3685851"/>
              <a:ext cx="434" cy="13384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9E02EB90-06E8-BF30-81AF-39D5298CD7CC}"/>
                </a:ext>
              </a:extLst>
            </p:cNvPr>
            <p:cNvSpPr txBox="1"/>
            <p:nvPr/>
          </p:nvSpPr>
          <p:spPr>
            <a:xfrm rot="5400000">
              <a:off x="8830838" y="2922665"/>
              <a:ext cx="1434395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Weighting 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56670B3-751D-E1AA-209C-12B6E34332AF}"/>
                </a:ext>
              </a:extLst>
            </p:cNvPr>
            <p:cNvSpPr txBox="1"/>
            <p:nvPr/>
          </p:nvSpPr>
          <p:spPr>
            <a:xfrm>
              <a:off x="9318484" y="4804239"/>
              <a:ext cx="415233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5 %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CEDAE31-C3C5-C7E5-BC82-CC5909F6EF1E}"/>
                </a:ext>
              </a:extLst>
            </p:cNvPr>
            <p:cNvSpPr txBox="1"/>
            <p:nvPr/>
          </p:nvSpPr>
          <p:spPr>
            <a:xfrm>
              <a:off x="9318484" y="5237278"/>
              <a:ext cx="415233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5 %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4A66855-D533-F95E-C2D4-D522BE09A23E}"/>
                </a:ext>
              </a:extLst>
            </p:cNvPr>
            <p:cNvSpPr txBox="1"/>
            <p:nvPr/>
          </p:nvSpPr>
          <p:spPr>
            <a:xfrm>
              <a:off x="9320036" y="4337090"/>
              <a:ext cx="415233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5 %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5CC402B-CE74-F097-1CA8-92496376B6F6}"/>
                </a:ext>
              </a:extLst>
            </p:cNvPr>
            <p:cNvSpPr txBox="1"/>
            <p:nvPr/>
          </p:nvSpPr>
          <p:spPr>
            <a:xfrm>
              <a:off x="9312978" y="3896660"/>
              <a:ext cx="415233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dirty="0"/>
                <a:t>5 %</a:t>
              </a:r>
            </a:p>
          </p:txBody>
        </p:sp>
        <p:sp>
          <p:nvSpPr>
            <p:cNvPr id="176" name="Triangle 175">
              <a:extLst>
                <a:ext uri="{FF2B5EF4-FFF2-40B4-BE49-F238E27FC236}">
                  <a16:creationId xmlns:a16="http://schemas.microsoft.com/office/drawing/2014/main" id="{20FFE631-9627-4D79-0EDE-C1FFC36E30DD}"/>
                </a:ext>
              </a:extLst>
            </p:cNvPr>
            <p:cNvSpPr/>
            <p:nvPr/>
          </p:nvSpPr>
          <p:spPr>
            <a:xfrm rot="10800000">
              <a:off x="9396321" y="2354949"/>
              <a:ext cx="300035" cy="1330902"/>
            </a:xfrm>
            <a:prstGeom prst="triangle">
              <a:avLst>
                <a:gd name="adj" fmla="val 526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259E8A60-F553-ED02-EC85-C33B6566555E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2939172" y="2511283"/>
              <a:ext cx="179575" cy="3478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B04B792-2BB9-D478-8CFB-806935F971D3}"/>
                </a:ext>
              </a:extLst>
            </p:cNvPr>
            <p:cNvCxnSpPr>
              <a:cxnSpLocks/>
              <a:stCxn id="31" idx="1"/>
              <a:endCxn id="29" idx="3"/>
            </p:cNvCxnSpPr>
            <p:nvPr/>
          </p:nvCxnSpPr>
          <p:spPr>
            <a:xfrm flipH="1">
              <a:off x="2939172" y="3513701"/>
              <a:ext cx="179030" cy="22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2D4CAAC3-99AF-237D-0C3C-5E10F1640BE4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3726395" y="3513246"/>
              <a:ext cx="88831" cy="3009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93824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594</Words>
  <Application>Microsoft Macintosh PowerPoint</Application>
  <PresentationFormat>Widescreen</PresentationFormat>
  <Paragraphs>283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Old sankey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Blöcker</dc:creator>
  <cp:lastModifiedBy>Microsoft Office User</cp:lastModifiedBy>
  <cp:revision>187</cp:revision>
  <dcterms:created xsi:type="dcterms:W3CDTF">2026-01-19T10:38:47Z</dcterms:created>
  <dcterms:modified xsi:type="dcterms:W3CDTF">2026-07-08T13:03:32Z</dcterms:modified>
</cp:coreProperties>
</file>